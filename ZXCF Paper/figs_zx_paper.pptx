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098A3F-944E-4882-9F99-F5F2ACD5EC90}" v="245" dt="2023-12-31T19:31:11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F1ECC3A-127C-6B32-4DC4-027DBAB53246}"/>
              </a:ext>
            </a:extLst>
          </p:cNvPr>
          <p:cNvGrpSpPr/>
          <p:nvPr/>
        </p:nvGrpSpPr>
        <p:grpSpPr>
          <a:xfrm>
            <a:off x="969816" y="969814"/>
            <a:ext cx="9312854" cy="2460228"/>
            <a:chOff x="969816" y="969814"/>
            <a:chExt cx="9312854" cy="246022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549E198-D0DD-6429-24D0-8B6C6E93253B}"/>
                </a:ext>
              </a:extLst>
            </p:cNvPr>
            <p:cNvSpPr txBox="1"/>
            <p:nvPr/>
          </p:nvSpPr>
          <p:spPr>
            <a:xfrm>
              <a:off x="969816" y="1078056"/>
              <a:ext cx="279255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Baskerville Old Face"/>
                  <a:cs typeface="Calibri"/>
                </a:rPr>
                <a:t>Incomplete stabilizer tableau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98550F-7413-6F69-EA4E-EE89FA8A1D4E}"/>
                </a:ext>
              </a:extLst>
            </p:cNvPr>
            <p:cNvSpPr txBox="1"/>
            <p:nvPr/>
          </p:nvSpPr>
          <p:spPr>
            <a:xfrm>
              <a:off x="4385828" y="1073725"/>
              <a:ext cx="184438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Baskerville Old Face"/>
                  <a:cs typeface="Calibri"/>
                </a:rPr>
                <a:t>Clifford encoder</a:t>
              </a:r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DBD1644-0947-F5D6-2866-69BC3B15AE39}"/>
                </a:ext>
              </a:extLst>
            </p:cNvPr>
            <p:cNvCxnSpPr/>
            <p:nvPr/>
          </p:nvCxnSpPr>
          <p:spPr>
            <a:xfrm flipV="1">
              <a:off x="3842040" y="1262495"/>
              <a:ext cx="537728" cy="779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8479511-0982-F269-91C5-499B35CBB926}"/>
                </a:ext>
              </a:extLst>
            </p:cNvPr>
            <p:cNvSpPr txBox="1"/>
            <p:nvPr/>
          </p:nvSpPr>
          <p:spPr>
            <a:xfrm>
              <a:off x="7377544" y="1052077"/>
              <a:ext cx="157595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Baskerville Old Face"/>
                  <a:cs typeface="Calibri"/>
                </a:rPr>
                <a:t>ZX-HK form</a:t>
              </a:r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1A32AAB-76C3-860F-4101-58966659A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7006" y="1240847"/>
              <a:ext cx="1260762" cy="1645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09F6E9-76FD-8A28-2AA0-0FBE14AA252F}"/>
                </a:ext>
              </a:extLst>
            </p:cNvPr>
            <p:cNvSpPr txBox="1"/>
            <p:nvPr/>
          </p:nvSpPr>
          <p:spPr>
            <a:xfrm>
              <a:off x="9486032" y="1056406"/>
              <a:ext cx="79663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Baskerville Old Face"/>
                  <a:cs typeface="Calibri"/>
                </a:rPr>
                <a:t>ZXCF</a:t>
              </a:r>
              <a:endParaRPr lang="en-US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6E8EE3D-EA29-2F6F-139E-10FDD623D1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0291" y="1232187"/>
              <a:ext cx="537728" cy="779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9BC06D02-98A5-3164-7C9F-E65387F5CB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8034" y="1400177"/>
              <a:ext cx="1851827" cy="80793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720628-F214-3E21-3813-4AB2B4E6D67B}"/>
                </a:ext>
              </a:extLst>
            </p:cNvPr>
            <p:cNvSpPr txBox="1"/>
            <p:nvPr/>
          </p:nvSpPr>
          <p:spPr>
            <a:xfrm>
              <a:off x="4965987" y="2229713"/>
              <a:ext cx="1930978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Baskerville Old Face"/>
                  <a:cs typeface="Calibri"/>
                </a:rPr>
                <a:t>ZX-HK form satisfying Edge, Hadamard, and RREF rules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29987B-CEEA-F50D-9CB2-514DDD7B3535}"/>
                </a:ext>
              </a:extLst>
            </p:cNvPr>
            <p:cNvSpPr txBox="1"/>
            <p:nvPr/>
          </p:nvSpPr>
          <p:spPr>
            <a:xfrm rot="20220000">
              <a:off x="6586934" y="1559013"/>
              <a:ext cx="978479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latin typeface="Baskerville Old Face"/>
                  <a:cs typeface="Calibri"/>
                </a:rPr>
                <a:t>Lemma II.6</a:t>
              </a:r>
              <a:endParaRPr lang="en-US" sz="1200">
                <a:cs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638FC5-3AC7-7D8E-714E-BA8D331CCEDB}"/>
                </a:ext>
              </a:extLst>
            </p:cNvPr>
            <p:cNvSpPr txBox="1"/>
            <p:nvPr/>
          </p:nvSpPr>
          <p:spPr>
            <a:xfrm>
              <a:off x="6273510" y="969814"/>
              <a:ext cx="978479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latin typeface="Baskerville Old Face"/>
                  <a:cs typeface="Calibri"/>
                </a:rPr>
                <a:t>Lemma II.5</a:t>
              </a:r>
              <a:endParaRPr lang="en-US" sz="1200" dirty="0">
                <a:cs typeface="Calibri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0963F9F-2A11-6F6B-C96E-30920E7E1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7777" y="1405368"/>
              <a:ext cx="2957944" cy="13845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4E98C1-40E0-AB76-2CFC-82CBC96A772A}"/>
                </a:ext>
              </a:extLst>
            </p:cNvPr>
            <p:cNvSpPr txBox="1"/>
            <p:nvPr/>
          </p:nvSpPr>
          <p:spPr>
            <a:xfrm rot="20100000">
              <a:off x="7006297" y="2091746"/>
              <a:ext cx="2753592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latin typeface="Baskerville Old Face"/>
                  <a:cs typeface="Calibri"/>
                </a:rPr>
                <a:t>Local complementation transformations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29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Baskerville Old Face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Jonathan Z Lu</cp:lastModifiedBy>
  <cp:revision>82</cp:revision>
  <dcterms:created xsi:type="dcterms:W3CDTF">2023-12-31T18:30:26Z</dcterms:created>
  <dcterms:modified xsi:type="dcterms:W3CDTF">2024-01-03T16:33:00Z</dcterms:modified>
</cp:coreProperties>
</file>
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57" r:id="rId4"/>
    <p:sldId id="258" r:id="rId5"/>
    <p:sldId id="262" r:id="rId6"/>
    <p:sldId id="263" r:id="rId7"/>
    <p:sldId id="261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3DC2"/>
    <a:srgbClr val="9F1E31"/>
    <a:srgbClr val="C00000"/>
    <a:srgbClr val="00D667"/>
    <a:srgbClr val="000000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5"/>
    <p:restoredTop sz="94762"/>
  </p:normalViewPr>
  <p:slideViewPr>
    <p:cSldViewPr snapToGrid="0">
      <p:cViewPr varScale="1">
        <p:scale>
          <a:sx n="121" d="100"/>
          <a:sy n="121" d="100"/>
        </p:scale>
        <p:origin x="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C45E0-C8CF-FF4B-BAC2-352B72C17F16}" type="datetimeFigureOut">
              <a:rPr lang="en-US" smtClean="0"/>
              <a:t>2/15/25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24B99-3C46-4B4D-B426-37DB406B4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24B99-3C46-4B4D-B426-37DB406B4A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0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98AFA-C07F-034A-82A8-E64922FA0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91812-A286-AF60-6F11-E37B9EF2A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CDC0C-F38B-B76D-0F59-A18D0D21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AB59F-00B6-989C-80BB-B8C8C994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4BF33-1FA0-F40A-51C1-C264FE1B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33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7AE1-EFDF-AB5B-3AF1-5A9D752C0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E1D61-4CBA-F45D-D349-EB1502FD2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C36B8-AD99-3BF0-71FE-3C4E46E3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DEDB-B412-9458-862C-277A54B9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AA50-B117-F7E6-2AAA-EFCD48C58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BF9E-0D73-70D0-DBB8-7741C3BF8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08AC5-A71C-84D3-DE84-3B278824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D8487-BE84-31CC-1684-A728945D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4847F-760C-F74E-F9C7-62224519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725B7-62AA-1604-E9D9-E60D9DDE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B430-6506-4508-B7B3-26E21555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0199-C85D-5E9D-7099-AB6CC24E0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F475F-6A2F-A814-2312-F39E925DA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541D4-E6CD-B9B5-BFA7-35380F0E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D7BED-52B7-63F0-97EF-FCFA6DEC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36154-C399-9571-660A-9A2047499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6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70B6-B02D-7F51-DA24-485C89A1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BF49A-A799-4D30-E9BF-A73790155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D34C3-17DC-2764-795D-813CEF7E7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23A1F-2673-1635-E666-5E7BC06F1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B08B5-D451-E165-39DB-22784EA8E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BA7736-C185-D12A-F06A-0FDDE421E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78D6B-5EA8-5683-5958-7271B3822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8B543-E0B6-E337-F713-D067C30C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8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FE2B-FA82-E3AB-78A8-15553750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0A495-1865-86C4-0F9E-53F3E9AE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F4A4B1-7BBE-A209-D784-F025B11FE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9E4B4-116A-8459-2D1F-A6E5355D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D4717-63CC-117D-D0B3-6E9D25ED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58ED8-EFA0-1384-C46D-1DAE7879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B291F-C402-4D31-439B-EA2FACEA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5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A6757-7B11-62D3-8E93-31489C1F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7FFA9-6A03-83D9-63B6-28E6982D7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41101-22A9-03A2-72AB-20D606947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11786-28BA-CDA5-093B-B4D791505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2F0BB-83C9-5EF7-8B68-89081D45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98F46-FDBA-13CD-1A45-0A1A8F24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6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E382C-812F-A1A8-29E3-53209589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F50B6-E3BD-449F-D0BC-A4465C86F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03C3-AD80-EC3E-A440-F2E5E479C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A1270-2F89-599D-C320-F73B0396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C2DEF-FFCB-005E-9DCC-FB87A5B0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9EF78-3BBA-561F-85A1-F061A2E1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36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D78E-D908-9F0A-B3CC-D3759FBE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B1ECC-40EB-408F-A8FA-1689179E4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008BA-434A-E682-CAE3-963768322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85E15-89FB-0CEE-DCBD-FF12EAF6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91707-B193-A3AF-50E1-6B40BAC7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231BBC-B9F0-BADE-5C44-24C46A25D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56AB0-C095-BCAC-CA30-ED7FD09B8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F8B6D-1B48-0FF3-5649-3F3D1A71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15A9C-E741-B2AA-4A13-7944D264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101D3-2BE5-E06A-212A-38633C1E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3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4AAA68-B820-9841-C1A3-029A225F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A3081-E494-B22D-BEAC-DDBA37B5E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3D529-CBB0-07DA-348E-686EAF5A9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ABD61-90FC-204F-88E7-C1CA1F6B457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637F0-4961-A0AA-98F5-151842554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8586E-EA34-9E25-AD0F-52DA66714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6E34F-D861-1B4B-8D59-E946B17B1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23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10" Type="http://schemas.openxmlformats.org/officeDocument/2006/relationships/image" Target="../media/image24.png"/><Relationship Id="rId4" Type="http://schemas.openxmlformats.org/officeDocument/2006/relationships/image" Target="../media/image17.emf"/><Relationship Id="rId9" Type="http://schemas.openxmlformats.org/officeDocument/2006/relationships/image" Target="../media/image1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10" Type="http://schemas.openxmlformats.org/officeDocument/2006/relationships/image" Target="../media/image24.png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21" Type="http://schemas.openxmlformats.org/officeDocument/2006/relationships/image" Target="../media/image41.png"/><Relationship Id="rId34" Type="http://schemas.openxmlformats.org/officeDocument/2006/relationships/image" Target="../media/image5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38" Type="http://schemas.openxmlformats.org/officeDocument/2006/relationships/image" Target="../media/image58.png"/><Relationship Id="rId2" Type="http://schemas.openxmlformats.org/officeDocument/2006/relationships/image" Target="../media/image20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37" Type="http://schemas.openxmlformats.org/officeDocument/2006/relationships/image" Target="../media/image57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6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31" Type="http://schemas.openxmlformats.org/officeDocument/2006/relationships/image" Target="../media/image51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png"/><Relationship Id="rId8" Type="http://schemas.openxmlformats.org/officeDocument/2006/relationships/image" Target="../media/image28.png"/><Relationship Id="rId3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7F2B7D53-8023-7818-BE59-C77F84775ACA}"/>
              </a:ext>
            </a:extLst>
          </p:cNvPr>
          <p:cNvSpPr/>
          <p:nvPr/>
        </p:nvSpPr>
        <p:spPr>
          <a:xfrm>
            <a:off x="3930869" y="1802524"/>
            <a:ext cx="1752175" cy="2984936"/>
          </a:xfrm>
          <a:prstGeom prst="ellipse">
            <a:avLst/>
          </a:prstGeom>
          <a:solidFill>
            <a:srgbClr val="D0CECE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4B346FE-2374-0156-7917-DA16F9803321}"/>
                  </a:ext>
                </a:extLst>
              </p:cNvPr>
              <p:cNvSpPr/>
              <p:nvPr/>
            </p:nvSpPr>
            <p:spPr>
              <a:xfrm>
                <a:off x="2056895" y="1802524"/>
                <a:ext cx="725213" cy="2984936"/>
              </a:xfrm>
              <a:prstGeom prst="ellipse">
                <a:avLst/>
              </a:prstGeom>
              <a:solidFill>
                <a:srgbClr val="D0CECE">
                  <a:alpha val="52157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⋮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4B346FE-2374-0156-7917-DA16F98033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895" y="1802524"/>
                <a:ext cx="725213" cy="2984936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276F4F4-386C-FF78-C343-B269A897A6B9}"/>
              </a:ext>
            </a:extLst>
          </p:cNvPr>
          <p:cNvSpPr/>
          <p:nvPr/>
        </p:nvSpPr>
        <p:spPr>
          <a:xfrm>
            <a:off x="2225061" y="2572407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BF6DCE-0D1B-BFD1-5936-E0F6D5A55E24}"/>
              </a:ext>
            </a:extLst>
          </p:cNvPr>
          <p:cNvSpPr/>
          <p:nvPr/>
        </p:nvSpPr>
        <p:spPr>
          <a:xfrm>
            <a:off x="4444912" y="1989084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9CDC4A-7DFC-880D-B30F-E6E0F75C1602}"/>
              </a:ext>
            </a:extLst>
          </p:cNvPr>
          <p:cNvSpPr/>
          <p:nvPr/>
        </p:nvSpPr>
        <p:spPr>
          <a:xfrm>
            <a:off x="4751360" y="2593512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494B7D-C252-9B7E-C9A0-93050CA12F8E}"/>
              </a:ext>
            </a:extLst>
          </p:cNvPr>
          <p:cNvSpPr/>
          <p:nvPr/>
        </p:nvSpPr>
        <p:spPr>
          <a:xfrm>
            <a:off x="4260488" y="3204383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B48A15C-8AB7-3CD0-3875-4F4B6C40583A}"/>
                  </a:ext>
                </a:extLst>
              </p:cNvPr>
              <p:cNvSpPr/>
              <p:nvPr/>
            </p:nvSpPr>
            <p:spPr>
              <a:xfrm>
                <a:off x="4884778" y="3968638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B48A15C-8AB7-3CD0-3875-4F4B6C405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778" y="3968638"/>
                <a:ext cx="388882" cy="388882"/>
              </a:xfrm>
              <a:prstGeom prst="ellipse">
                <a:avLst/>
              </a:prstGeom>
              <a:blipFill>
                <a:blip r:embed="rId3"/>
                <a:stretch>
                  <a:fillRect l="-5882" b="-882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AE34AF-4861-E330-76A4-2D685B88E0D5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720565" y="2766848"/>
            <a:ext cx="50449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13F64F8-B48C-1D81-63FC-6043B4CF84A2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613943" y="2183525"/>
            <a:ext cx="1830969" cy="5833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EDC628-BA93-5BBB-46B1-B669CD3FABEE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4833794" y="2183525"/>
            <a:ext cx="109505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3D56AF1-EA2E-400F-C7E8-A75E99E7A852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5140242" y="2787953"/>
            <a:ext cx="78861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2F37B84-6713-FA58-405F-441597958C0A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649370" y="3398824"/>
            <a:ext cx="12794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EE8C551-766E-A388-8701-FAAD88CAD0C9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5273660" y="4163079"/>
            <a:ext cx="6551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C1A429F-2F24-D516-4514-7802676811A9}"/>
              </a:ext>
            </a:extLst>
          </p:cNvPr>
          <p:cNvSpPr/>
          <p:nvPr/>
        </p:nvSpPr>
        <p:spPr>
          <a:xfrm>
            <a:off x="2225061" y="3633951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459FF1-BD79-3EE9-A98A-C3975B6EDF1B}"/>
              </a:ext>
            </a:extLst>
          </p:cNvPr>
          <p:cNvCxnSpPr>
            <a:cxnSpLocks/>
          </p:cNvCxnSpPr>
          <p:nvPr/>
        </p:nvCxnSpPr>
        <p:spPr>
          <a:xfrm>
            <a:off x="1720565" y="3836274"/>
            <a:ext cx="50449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FAB86F3-580B-DB8B-3354-5BBCA68C8AA5}"/>
              </a:ext>
            </a:extLst>
          </p:cNvPr>
          <p:cNvSpPr txBox="1"/>
          <p:nvPr/>
        </p:nvSpPr>
        <p:spPr>
          <a:xfrm>
            <a:off x="1828121" y="1471109"/>
            <a:ext cx="118276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Input cluster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895D876-3DC3-9082-EFAE-1504F3A41526}"/>
                  </a:ext>
                </a:extLst>
              </p:cNvPr>
              <p:cNvSpPr txBox="1"/>
              <p:nvPr/>
            </p:nvSpPr>
            <p:spPr>
              <a:xfrm rot="2700000">
                <a:off x="4562474" y="3603041"/>
                <a:ext cx="3318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895D876-3DC3-9082-EFAE-1504F3A41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00000">
                <a:off x="4562474" y="3603041"/>
                <a:ext cx="3318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26E998A-68B6-34F8-6767-5F918671D678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4639353" y="2392699"/>
            <a:ext cx="306448" cy="20081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B10FFB6-9AAC-9124-E04D-C3194545B568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2613943" y="3828392"/>
            <a:ext cx="2270835" cy="33468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973A7D5-5540-F146-144A-109999EEF380}"/>
              </a:ext>
            </a:extLst>
          </p:cNvPr>
          <p:cNvSpPr txBox="1"/>
          <p:nvPr/>
        </p:nvSpPr>
        <p:spPr>
          <a:xfrm>
            <a:off x="4132893" y="1476365"/>
            <a:ext cx="13481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Output cluster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7CC758C-7D56-4964-14B7-02E5396D7244}"/>
              </a:ext>
            </a:extLst>
          </p:cNvPr>
          <p:cNvGrpSpPr/>
          <p:nvPr/>
        </p:nvGrpSpPr>
        <p:grpSpPr>
          <a:xfrm>
            <a:off x="3372629" y="2367745"/>
            <a:ext cx="251792" cy="212156"/>
            <a:chOff x="7560365" y="3082836"/>
            <a:chExt cx="251792" cy="212156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88BF8D0-FE35-84CB-E263-7A6462AA7256}"/>
                </a:ext>
              </a:extLst>
            </p:cNvPr>
            <p:cNvCxnSpPr>
              <a:cxnSpLocks/>
            </p:cNvCxnSpPr>
            <p:nvPr/>
          </p:nvCxnSpPr>
          <p:spPr>
            <a:xfrm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A26F348-A000-4070-B570-E24CA89D8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C4CDA82-9BF5-C485-1A79-E4B8D34C6A94}"/>
              </a:ext>
            </a:extLst>
          </p:cNvPr>
          <p:cNvGrpSpPr/>
          <p:nvPr/>
        </p:nvGrpSpPr>
        <p:grpSpPr>
          <a:xfrm>
            <a:off x="1811087" y="4104565"/>
            <a:ext cx="251792" cy="212156"/>
            <a:chOff x="7560365" y="3082836"/>
            <a:chExt cx="251792" cy="212156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405C1A5-E297-4044-0FE7-704F456F20ED}"/>
                </a:ext>
              </a:extLst>
            </p:cNvPr>
            <p:cNvCxnSpPr>
              <a:cxnSpLocks/>
            </p:cNvCxnSpPr>
            <p:nvPr/>
          </p:nvCxnSpPr>
          <p:spPr>
            <a:xfrm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EEAFBAB-8A36-D400-A4F6-3A857735D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E163CA8-2F57-F8E3-926E-98A853333D64}"/>
              </a:ext>
            </a:extLst>
          </p:cNvPr>
          <p:cNvCxnSpPr>
            <a:cxnSpLocks/>
          </p:cNvCxnSpPr>
          <p:nvPr/>
        </p:nvCxnSpPr>
        <p:spPr>
          <a:xfrm flipV="1">
            <a:off x="1793611" y="3836274"/>
            <a:ext cx="431450" cy="6032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6221A3C-B76A-0244-2AC7-5A5B4206F425}"/>
                  </a:ext>
                </a:extLst>
              </p:cNvPr>
              <p:cNvSpPr txBox="1"/>
              <p:nvPr/>
            </p:nvSpPr>
            <p:spPr>
              <a:xfrm>
                <a:off x="2982251" y="2222748"/>
                <a:ext cx="3735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6221A3C-B76A-0244-2AC7-5A5B4206F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251" y="2222748"/>
                <a:ext cx="373500" cy="276999"/>
              </a:xfrm>
              <a:prstGeom prst="rect">
                <a:avLst/>
              </a:prstGeom>
              <a:blipFill>
                <a:blip r:embed="rId5"/>
                <a:stretch>
                  <a:fillRect l="-20000" t="-4545" r="-23333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2EEFEA0-F40D-3E26-5384-055E654BED6E}"/>
                  </a:ext>
                </a:extLst>
              </p:cNvPr>
              <p:cNvSpPr txBox="1"/>
              <p:nvPr/>
            </p:nvSpPr>
            <p:spPr>
              <a:xfrm>
                <a:off x="1424194" y="4052098"/>
                <a:ext cx="3735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2EEFEA0-F40D-3E26-5384-055E654BE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194" y="4052098"/>
                <a:ext cx="373500" cy="276999"/>
              </a:xfrm>
              <a:prstGeom prst="rect">
                <a:avLst/>
              </a:prstGeom>
              <a:blipFill>
                <a:blip r:embed="rId6"/>
                <a:stretch>
                  <a:fillRect l="-23333" t="-4545" r="-20000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6318E228-5FE1-CCCD-3E1C-C814B4AC19EE}"/>
              </a:ext>
            </a:extLst>
          </p:cNvPr>
          <p:cNvGrpSpPr/>
          <p:nvPr/>
        </p:nvGrpSpPr>
        <p:grpSpPr>
          <a:xfrm>
            <a:off x="5705363" y="2693191"/>
            <a:ext cx="251792" cy="212156"/>
            <a:chOff x="7560365" y="3082836"/>
            <a:chExt cx="251792" cy="212156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1A666C3-8DD8-F59F-B288-BE9C1B2101A8}"/>
                </a:ext>
              </a:extLst>
            </p:cNvPr>
            <p:cNvCxnSpPr>
              <a:cxnSpLocks/>
            </p:cNvCxnSpPr>
            <p:nvPr/>
          </p:nvCxnSpPr>
          <p:spPr>
            <a:xfrm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9308EDD-A878-BDA1-A5C5-DC07827C1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70D0040-7C0A-CA05-960C-5A63A489B98D}"/>
                  </a:ext>
                </a:extLst>
              </p:cNvPr>
              <p:cNvSpPr txBox="1"/>
              <p:nvPr/>
            </p:nvSpPr>
            <p:spPr>
              <a:xfrm>
                <a:off x="5991002" y="2628348"/>
                <a:ext cx="3735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70D0040-7C0A-CA05-960C-5A63A489B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002" y="2628348"/>
                <a:ext cx="373500" cy="276999"/>
              </a:xfrm>
              <a:prstGeom prst="rect">
                <a:avLst/>
              </a:prstGeom>
              <a:blipFill>
                <a:blip r:embed="rId7"/>
                <a:stretch>
                  <a:fillRect l="-19355" r="-19355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7FF4676-C11C-912A-85E9-37471AA690D5}"/>
              </a:ext>
            </a:extLst>
          </p:cNvPr>
          <p:cNvCxnSpPr>
            <a:cxnSpLocks/>
            <a:stCxn id="22" idx="6"/>
            <a:endCxn id="5" idx="2"/>
          </p:cNvCxnSpPr>
          <p:nvPr/>
        </p:nvCxnSpPr>
        <p:spPr>
          <a:xfrm flipV="1">
            <a:off x="2613943" y="2183525"/>
            <a:ext cx="1830969" cy="164486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075C995-E447-F31C-D3FF-CACE80676921}"/>
              </a:ext>
            </a:extLst>
          </p:cNvPr>
          <p:cNvGrpSpPr/>
          <p:nvPr/>
        </p:nvGrpSpPr>
        <p:grpSpPr>
          <a:xfrm>
            <a:off x="2951472" y="3322922"/>
            <a:ext cx="251792" cy="212156"/>
            <a:chOff x="7560365" y="3082836"/>
            <a:chExt cx="251792" cy="212156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4691F1C-42E9-E1A8-B219-0BC63400AFF6}"/>
                </a:ext>
              </a:extLst>
            </p:cNvPr>
            <p:cNvCxnSpPr>
              <a:cxnSpLocks/>
            </p:cNvCxnSpPr>
            <p:nvPr/>
          </p:nvCxnSpPr>
          <p:spPr>
            <a:xfrm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1900F1-85E9-06DB-453F-DB9F6A0FF2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2620998-719D-8551-AE0B-51BA35310E31}"/>
                  </a:ext>
                </a:extLst>
              </p:cNvPr>
              <p:cNvSpPr txBox="1"/>
              <p:nvPr/>
            </p:nvSpPr>
            <p:spPr>
              <a:xfrm>
                <a:off x="3210955" y="3427668"/>
                <a:ext cx="3735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2620998-719D-8551-AE0B-51BA35310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955" y="3427668"/>
                <a:ext cx="373500" cy="276999"/>
              </a:xfrm>
              <a:prstGeom prst="rect">
                <a:avLst/>
              </a:prstGeom>
              <a:blipFill>
                <a:blip r:embed="rId8"/>
                <a:stretch>
                  <a:fillRect l="-19355" r="-19355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72D6E14-D493-B282-CDC8-7C115CA67359}"/>
              </a:ext>
            </a:extLst>
          </p:cNvPr>
          <p:cNvGrpSpPr/>
          <p:nvPr/>
        </p:nvGrpSpPr>
        <p:grpSpPr>
          <a:xfrm>
            <a:off x="2303963" y="3719805"/>
            <a:ext cx="251792" cy="212156"/>
            <a:chOff x="7560365" y="3082836"/>
            <a:chExt cx="251792" cy="212156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B3BCC04-CD1E-ECBC-A17F-5E3A3C8CDC02}"/>
                </a:ext>
              </a:extLst>
            </p:cNvPr>
            <p:cNvCxnSpPr>
              <a:cxnSpLocks/>
            </p:cNvCxnSpPr>
            <p:nvPr/>
          </p:nvCxnSpPr>
          <p:spPr>
            <a:xfrm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A973634-AF58-A2F3-3949-0A199A787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>
                  <a:alpha val="5215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6B51D62-9F75-6BF9-2401-6E3D8AAFD9EF}"/>
                  </a:ext>
                </a:extLst>
              </p:cNvPr>
              <p:cNvSpPr txBox="1"/>
              <p:nvPr/>
            </p:nvSpPr>
            <p:spPr>
              <a:xfrm>
                <a:off x="2230008" y="4041364"/>
                <a:ext cx="3735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(4)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6B51D62-9F75-6BF9-2401-6E3D8AAFD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008" y="4041364"/>
                <a:ext cx="373500" cy="276999"/>
              </a:xfrm>
              <a:prstGeom prst="rect">
                <a:avLst/>
              </a:prstGeom>
              <a:blipFill>
                <a:blip r:embed="rId9"/>
                <a:stretch>
                  <a:fillRect l="-23333" t="-4545" r="-23333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24284B4-1F10-B906-C784-DBBAE70A0EC2}"/>
                  </a:ext>
                </a:extLst>
              </p:cNvPr>
              <p:cNvSpPr txBox="1"/>
              <p:nvPr/>
            </p:nvSpPr>
            <p:spPr>
              <a:xfrm>
                <a:off x="2330442" y="3690917"/>
                <a:ext cx="179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24284B4-1F10-B906-C784-DBBAE70A0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442" y="3690917"/>
                <a:ext cx="179215" cy="276999"/>
              </a:xfrm>
              <a:prstGeom prst="rect">
                <a:avLst/>
              </a:prstGeom>
              <a:blipFill>
                <a:blip r:embed="rId10"/>
                <a:stretch>
                  <a:fillRect l="-26667" r="-2666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AC1E7B6D-0FDF-C228-384B-79374A197305}"/>
              </a:ext>
            </a:extLst>
          </p:cNvPr>
          <p:cNvGrpSpPr/>
          <p:nvPr/>
        </p:nvGrpSpPr>
        <p:grpSpPr>
          <a:xfrm>
            <a:off x="5220270" y="2077447"/>
            <a:ext cx="251792" cy="212156"/>
            <a:chOff x="7560365" y="3082836"/>
            <a:chExt cx="251792" cy="21215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AA7B319-39B1-1BFB-E9E0-ACB092229AD7}"/>
                </a:ext>
              </a:extLst>
            </p:cNvPr>
            <p:cNvCxnSpPr>
              <a:cxnSpLocks/>
            </p:cNvCxnSpPr>
            <p:nvPr/>
          </p:nvCxnSpPr>
          <p:spPr>
            <a:xfrm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63D540-CDB4-8F46-684F-39B898F2F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0365" y="3082836"/>
              <a:ext cx="251792" cy="21215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541ECD-DA3D-9AB1-499F-15D0DFC5927F}"/>
                  </a:ext>
                </a:extLst>
              </p:cNvPr>
              <p:cNvSpPr txBox="1"/>
              <p:nvPr/>
            </p:nvSpPr>
            <p:spPr>
              <a:xfrm>
                <a:off x="5432448" y="1788554"/>
                <a:ext cx="3735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(4)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541ECD-DA3D-9AB1-499F-15D0DFC59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448" y="1788554"/>
                <a:ext cx="373500" cy="276999"/>
              </a:xfrm>
              <a:prstGeom prst="rect">
                <a:avLst/>
              </a:prstGeom>
              <a:blipFill>
                <a:blip r:embed="rId11"/>
                <a:stretch>
                  <a:fillRect l="-23333" r="-2333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92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276F4F4-386C-FF78-C343-B269A897A6B9}"/>
              </a:ext>
            </a:extLst>
          </p:cNvPr>
          <p:cNvSpPr/>
          <p:nvPr/>
        </p:nvSpPr>
        <p:spPr>
          <a:xfrm>
            <a:off x="6968359" y="2961289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9CDC4A-7DFC-880D-B30F-E6E0F75C1602}"/>
              </a:ext>
            </a:extLst>
          </p:cNvPr>
          <p:cNvSpPr/>
          <p:nvPr/>
        </p:nvSpPr>
        <p:spPr>
          <a:xfrm>
            <a:off x="8487103" y="2377966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494B7D-C252-9B7E-C9A0-93050CA12F8E}"/>
              </a:ext>
            </a:extLst>
          </p:cNvPr>
          <p:cNvSpPr/>
          <p:nvPr/>
        </p:nvSpPr>
        <p:spPr>
          <a:xfrm>
            <a:off x="8487103" y="2979682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A400BE-EE11-C062-DD6F-3266C637FE5C}"/>
              </a:ext>
            </a:extLst>
          </p:cNvPr>
          <p:cNvSpPr/>
          <p:nvPr/>
        </p:nvSpPr>
        <p:spPr>
          <a:xfrm>
            <a:off x="8487103" y="3581399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48A15C-8AB7-3CD0-3875-4F4B6C40583A}"/>
              </a:ext>
            </a:extLst>
          </p:cNvPr>
          <p:cNvSpPr/>
          <p:nvPr/>
        </p:nvSpPr>
        <p:spPr>
          <a:xfrm>
            <a:off x="8487103" y="4183116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AE34AF-4861-E330-76A4-2D685B88E0D5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6463863" y="3155730"/>
            <a:ext cx="504496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E0EADF-DFAB-6DF7-0F22-949E024B3664}"/>
              </a:ext>
            </a:extLst>
          </p:cNvPr>
          <p:cNvCxnSpPr>
            <a:cxnSpLocks/>
            <a:stCxn id="4" idx="6"/>
          </p:cNvCxnSpPr>
          <p:nvPr/>
        </p:nvCxnSpPr>
        <p:spPr>
          <a:xfrm flipV="1">
            <a:off x="7357241" y="1970691"/>
            <a:ext cx="1129862" cy="118503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22339A0-E7BD-0338-2B53-2DA761B68FD5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7357241" y="2572407"/>
            <a:ext cx="1129862" cy="58332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39FF76-D731-5B63-B9C2-5D613BCCEE0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7357241" y="3155730"/>
            <a:ext cx="1129862" cy="1839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5A6BD7-C8E3-5A99-66E6-85FF74BD511F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7357241" y="3155730"/>
            <a:ext cx="1129862" cy="62011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13F64F8-B48C-1D81-63FC-6043B4CF84A2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7357241" y="3155730"/>
            <a:ext cx="1129862" cy="122182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C8A1350-1000-07DD-4C93-5C15AA7CBBD4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681544" y="2165132"/>
            <a:ext cx="0" cy="21283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3B263A7-9789-C097-BFBB-8EC422E5C76A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V="1">
            <a:off x="8681544" y="2766848"/>
            <a:ext cx="0" cy="21283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0645CAE-8A56-E810-E183-4AB79C142CFD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8681544" y="3368564"/>
            <a:ext cx="0" cy="21283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478B6CD-FB3F-2115-4D4F-0465EA0D3E0B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8681544" y="3970281"/>
            <a:ext cx="0" cy="21283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>
            <a:extLst>
              <a:ext uri="{FF2B5EF4-FFF2-40B4-BE49-F238E27FC236}">
                <a16:creationId xmlns:a16="http://schemas.microsoft.com/office/drawing/2014/main" id="{F9450BA1-EFD7-ED93-3FEB-B9DA1CC828F9}"/>
              </a:ext>
            </a:extLst>
          </p:cNvPr>
          <p:cNvSpPr/>
          <p:nvPr/>
        </p:nvSpPr>
        <p:spPr>
          <a:xfrm>
            <a:off x="8067702" y="2112775"/>
            <a:ext cx="482758" cy="2107096"/>
          </a:xfrm>
          <a:custGeom>
            <a:avLst/>
            <a:gdLst>
              <a:gd name="connsiteX0" fmla="*/ 482758 w 482758"/>
              <a:gd name="connsiteY0" fmla="*/ 0 h 2107096"/>
              <a:gd name="connsiteX1" fmla="*/ 0 w 482758"/>
              <a:gd name="connsiteY1" fmla="*/ 1073426 h 2107096"/>
              <a:gd name="connsiteX2" fmla="*/ 482758 w 482758"/>
              <a:gd name="connsiteY2" fmla="*/ 2107096 h 210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2758" h="2107096">
                <a:moveTo>
                  <a:pt x="482758" y="0"/>
                </a:moveTo>
                <a:cubicBezTo>
                  <a:pt x="241379" y="361121"/>
                  <a:pt x="0" y="722243"/>
                  <a:pt x="0" y="1073426"/>
                </a:cubicBezTo>
                <a:cubicBezTo>
                  <a:pt x="0" y="1424609"/>
                  <a:pt x="241379" y="1765852"/>
                  <a:pt x="482758" y="2107096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EDC628-BA93-5BBB-46B1-B669CD3FABEE}"/>
              </a:ext>
            </a:extLst>
          </p:cNvPr>
          <p:cNvCxnSpPr>
            <a:cxnSpLocks/>
          </p:cNvCxnSpPr>
          <p:nvPr/>
        </p:nvCxnSpPr>
        <p:spPr>
          <a:xfrm>
            <a:off x="8875985" y="1970691"/>
            <a:ext cx="429849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3D56AF1-EA2E-400F-C7E8-A75E99E7A852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8875985" y="2572407"/>
            <a:ext cx="429849" cy="31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2F37B84-6713-FA58-405F-441597958C0A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8875985" y="3174123"/>
            <a:ext cx="429849" cy="630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59179E5-2513-5061-D9CE-FCEDA5B5D828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8875985" y="3775840"/>
            <a:ext cx="429849" cy="661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EE8C551-766E-A388-8701-FAAD88CAD0C9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8875985" y="4377557"/>
            <a:ext cx="429849" cy="124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88CF320-5F46-1705-BEF9-F7E7C012D48E}"/>
              </a:ext>
            </a:extLst>
          </p:cNvPr>
          <p:cNvCxnSpPr/>
          <p:nvPr/>
        </p:nvCxnSpPr>
        <p:spPr>
          <a:xfrm>
            <a:off x="7735614" y="1970691"/>
            <a:ext cx="0" cy="2517226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A1B6FCE-13B9-23C7-9A2B-09294C7773B2}"/>
              </a:ext>
            </a:extLst>
          </p:cNvPr>
          <p:cNvSpPr/>
          <p:nvPr/>
        </p:nvSpPr>
        <p:spPr>
          <a:xfrm>
            <a:off x="8487103" y="1776250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C3B6B-137D-03E1-9480-46C2C331B6FE}"/>
              </a:ext>
            </a:extLst>
          </p:cNvPr>
          <p:cNvSpPr txBox="1"/>
          <p:nvPr/>
        </p:nvSpPr>
        <p:spPr>
          <a:xfrm>
            <a:off x="3453480" y="1748329"/>
            <a:ext cx="636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skerville" panose="02020502070401020303" pitchFamily="18" charset="0"/>
                <a:ea typeface="Baskerville" panose="02020502070401020303" pitchFamily="18" charset="0"/>
              </a:rPr>
              <a:t>(a)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59A2C-0C9E-A538-452C-E0CBDD0852FD}"/>
              </a:ext>
            </a:extLst>
          </p:cNvPr>
          <p:cNvSpPr txBox="1"/>
          <p:nvPr/>
        </p:nvSpPr>
        <p:spPr>
          <a:xfrm>
            <a:off x="6412474" y="1730228"/>
            <a:ext cx="636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skerville" panose="02020502070401020303" pitchFamily="18" charset="0"/>
                <a:ea typeface="Baskerville" panose="02020502070401020303" pitchFamily="18" charset="0"/>
              </a:rPr>
              <a:t>(b)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59F320A8-46D4-5356-D675-D53BD50CD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6837" y="1931277"/>
            <a:ext cx="2516575" cy="244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4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276F4F4-386C-FF78-C343-B269A897A6B9}"/>
              </a:ext>
            </a:extLst>
          </p:cNvPr>
          <p:cNvSpPr/>
          <p:nvPr/>
        </p:nvSpPr>
        <p:spPr>
          <a:xfrm>
            <a:off x="6877833" y="2892464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AE34AF-4861-E330-76A4-2D685B88E0D5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6373337" y="3086905"/>
            <a:ext cx="504496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B7C66F58-6EC3-EF9C-7E32-16C2796E1ABE}"/>
              </a:ext>
            </a:extLst>
          </p:cNvPr>
          <p:cNvSpPr/>
          <p:nvPr/>
        </p:nvSpPr>
        <p:spPr>
          <a:xfrm>
            <a:off x="7723916" y="1846684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5171D9-21F1-0393-DD55-238FD99B5795}"/>
              </a:ext>
            </a:extLst>
          </p:cNvPr>
          <p:cNvCxnSpPr>
            <a:cxnSpLocks/>
            <a:stCxn id="4" idx="7"/>
            <a:endCxn id="2" idx="3"/>
          </p:cNvCxnSpPr>
          <p:nvPr/>
        </p:nvCxnSpPr>
        <p:spPr>
          <a:xfrm flipV="1">
            <a:off x="7209765" y="2178616"/>
            <a:ext cx="571101" cy="7707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5DDDC7B-4062-43B6-FCE0-0DA5158E803A}"/>
              </a:ext>
            </a:extLst>
          </p:cNvPr>
          <p:cNvSpPr/>
          <p:nvPr/>
        </p:nvSpPr>
        <p:spPr>
          <a:xfrm>
            <a:off x="7723916" y="3917222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450154-29E9-10A3-FB8F-2119C3BD728C}"/>
              </a:ext>
            </a:extLst>
          </p:cNvPr>
          <p:cNvCxnSpPr>
            <a:cxnSpLocks/>
            <a:stCxn id="4" idx="5"/>
            <a:endCxn id="13" idx="1"/>
          </p:cNvCxnSpPr>
          <p:nvPr/>
        </p:nvCxnSpPr>
        <p:spPr>
          <a:xfrm>
            <a:off x="7209765" y="3224396"/>
            <a:ext cx="571101" cy="74977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26A6E6AF-6F49-80DF-2319-7E85F37016D7}"/>
              </a:ext>
            </a:extLst>
          </p:cNvPr>
          <p:cNvSpPr/>
          <p:nvPr/>
        </p:nvSpPr>
        <p:spPr>
          <a:xfrm>
            <a:off x="8647969" y="2892464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EE02EA-52D2-243E-45C1-1AD02E8C6B8B}"/>
              </a:ext>
            </a:extLst>
          </p:cNvPr>
          <p:cNvCxnSpPr>
            <a:cxnSpLocks/>
            <a:stCxn id="21" idx="1"/>
            <a:endCxn id="2" idx="5"/>
          </p:cNvCxnSpPr>
          <p:nvPr/>
        </p:nvCxnSpPr>
        <p:spPr>
          <a:xfrm flipH="1" flipV="1">
            <a:off x="8055848" y="2178616"/>
            <a:ext cx="649071" cy="7707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C28DF7-9C53-38A1-454F-CC8905859BCE}"/>
              </a:ext>
            </a:extLst>
          </p:cNvPr>
          <p:cNvCxnSpPr>
            <a:cxnSpLocks/>
            <a:stCxn id="13" idx="7"/>
            <a:endCxn id="21" idx="3"/>
          </p:cNvCxnSpPr>
          <p:nvPr/>
        </p:nvCxnSpPr>
        <p:spPr>
          <a:xfrm flipV="1">
            <a:off x="8055848" y="3224396"/>
            <a:ext cx="649071" cy="74977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AF9AEA9-2469-A4E0-46F0-1DA9AA57473D}"/>
              </a:ext>
            </a:extLst>
          </p:cNvPr>
          <p:cNvSpPr/>
          <p:nvPr/>
        </p:nvSpPr>
        <p:spPr>
          <a:xfrm>
            <a:off x="7723916" y="2892464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47271B9-21CF-6E1E-3C78-49B6D3BB3AE4}"/>
              </a:ext>
            </a:extLst>
          </p:cNvPr>
          <p:cNvSpPr/>
          <p:nvPr/>
        </p:nvSpPr>
        <p:spPr>
          <a:xfrm>
            <a:off x="8652366" y="1846684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4BDDE37-923A-38FB-C2DB-0FE6A824802C}"/>
              </a:ext>
            </a:extLst>
          </p:cNvPr>
          <p:cNvCxnSpPr>
            <a:cxnSpLocks/>
            <a:stCxn id="62" idx="7"/>
            <a:endCxn id="63" idx="3"/>
          </p:cNvCxnSpPr>
          <p:nvPr/>
        </p:nvCxnSpPr>
        <p:spPr>
          <a:xfrm flipV="1">
            <a:off x="8055848" y="2178616"/>
            <a:ext cx="653468" cy="7707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CB3D25F4-6E32-67F4-B5FB-4E41142A4595}"/>
              </a:ext>
            </a:extLst>
          </p:cNvPr>
          <p:cNvSpPr/>
          <p:nvPr/>
        </p:nvSpPr>
        <p:spPr>
          <a:xfrm>
            <a:off x="8652366" y="3917222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4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A338EE0-B510-1FA8-6C94-6D1C34E540FB}"/>
              </a:ext>
            </a:extLst>
          </p:cNvPr>
          <p:cNvCxnSpPr>
            <a:cxnSpLocks/>
            <a:stCxn id="62" idx="5"/>
            <a:endCxn id="65" idx="1"/>
          </p:cNvCxnSpPr>
          <p:nvPr/>
        </p:nvCxnSpPr>
        <p:spPr>
          <a:xfrm>
            <a:off x="8055848" y="3224396"/>
            <a:ext cx="653468" cy="74977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30DCD41C-EC92-DC80-0C67-D379085AE414}"/>
              </a:ext>
            </a:extLst>
          </p:cNvPr>
          <p:cNvSpPr/>
          <p:nvPr/>
        </p:nvSpPr>
        <p:spPr>
          <a:xfrm>
            <a:off x="9576419" y="2892464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58F62BB-73D2-E018-6868-42B754C0AD11}"/>
              </a:ext>
            </a:extLst>
          </p:cNvPr>
          <p:cNvCxnSpPr>
            <a:cxnSpLocks/>
            <a:stCxn id="67" idx="1"/>
            <a:endCxn id="63" idx="5"/>
          </p:cNvCxnSpPr>
          <p:nvPr/>
        </p:nvCxnSpPr>
        <p:spPr>
          <a:xfrm flipH="1" flipV="1">
            <a:off x="8984298" y="2178616"/>
            <a:ext cx="649071" cy="7707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4271424-70C7-FBBE-52FD-9F565ED286D9}"/>
              </a:ext>
            </a:extLst>
          </p:cNvPr>
          <p:cNvCxnSpPr>
            <a:cxnSpLocks/>
            <a:stCxn id="65" idx="7"/>
            <a:endCxn id="67" idx="3"/>
          </p:cNvCxnSpPr>
          <p:nvPr/>
        </p:nvCxnSpPr>
        <p:spPr>
          <a:xfrm flipV="1">
            <a:off x="8984298" y="3224396"/>
            <a:ext cx="649071" cy="74977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2A48AE7-BAE8-F528-5BE2-D3674EA71EAA}"/>
              </a:ext>
            </a:extLst>
          </p:cNvPr>
          <p:cNvCxnSpPr>
            <a:cxnSpLocks/>
            <a:stCxn id="2" idx="6"/>
            <a:endCxn id="63" idx="2"/>
          </p:cNvCxnSpPr>
          <p:nvPr/>
        </p:nvCxnSpPr>
        <p:spPr>
          <a:xfrm>
            <a:off x="8112798" y="2041125"/>
            <a:ext cx="539568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AF8C2AB-33D7-48CC-D1BE-DB4E4CA6624D}"/>
              </a:ext>
            </a:extLst>
          </p:cNvPr>
          <p:cNvCxnSpPr>
            <a:cxnSpLocks/>
            <a:stCxn id="13" idx="6"/>
            <a:endCxn id="65" idx="2"/>
          </p:cNvCxnSpPr>
          <p:nvPr/>
        </p:nvCxnSpPr>
        <p:spPr>
          <a:xfrm>
            <a:off x="8112798" y="4111663"/>
            <a:ext cx="539568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A45CAAB-B825-168A-AC22-F2CC32F8F7A8}"/>
              </a:ext>
            </a:extLst>
          </p:cNvPr>
          <p:cNvCxnSpPr>
            <a:cxnSpLocks/>
            <a:stCxn id="4" idx="6"/>
            <a:endCxn id="62" idx="2"/>
          </p:cNvCxnSpPr>
          <p:nvPr/>
        </p:nvCxnSpPr>
        <p:spPr>
          <a:xfrm>
            <a:off x="7266715" y="3086905"/>
            <a:ext cx="45720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CA42A5A-705F-5F5A-01C0-003B908AD84D}"/>
              </a:ext>
            </a:extLst>
          </p:cNvPr>
          <p:cNvCxnSpPr>
            <a:cxnSpLocks/>
            <a:stCxn id="21" idx="6"/>
            <a:endCxn id="67" idx="2"/>
          </p:cNvCxnSpPr>
          <p:nvPr/>
        </p:nvCxnSpPr>
        <p:spPr>
          <a:xfrm>
            <a:off x="9036851" y="3086905"/>
            <a:ext cx="539568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reeform 81">
            <a:extLst>
              <a:ext uri="{FF2B5EF4-FFF2-40B4-BE49-F238E27FC236}">
                <a16:creationId xmlns:a16="http://schemas.microsoft.com/office/drawing/2014/main" id="{41CE799A-30C3-29AB-8837-ED59F231E916}"/>
              </a:ext>
            </a:extLst>
          </p:cNvPr>
          <p:cNvSpPr/>
          <p:nvPr/>
        </p:nvSpPr>
        <p:spPr>
          <a:xfrm>
            <a:off x="8990413" y="2557040"/>
            <a:ext cx="1450427" cy="369583"/>
          </a:xfrm>
          <a:custGeom>
            <a:avLst/>
            <a:gdLst>
              <a:gd name="connsiteX0" fmla="*/ 0 w 1450427"/>
              <a:gd name="connsiteY0" fmla="*/ 369583 h 369583"/>
              <a:gd name="connsiteX1" fmla="*/ 588579 w 1450427"/>
              <a:gd name="connsiteY1" fmla="*/ 43763 h 369583"/>
              <a:gd name="connsiteX2" fmla="*/ 1450427 w 1450427"/>
              <a:gd name="connsiteY2" fmla="*/ 12232 h 369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427" h="369583">
                <a:moveTo>
                  <a:pt x="0" y="369583"/>
                </a:moveTo>
                <a:cubicBezTo>
                  <a:pt x="173420" y="236452"/>
                  <a:pt x="346841" y="103321"/>
                  <a:pt x="588579" y="43763"/>
                </a:cubicBezTo>
                <a:cubicBezTo>
                  <a:pt x="830317" y="-15795"/>
                  <a:pt x="1140372" y="-1782"/>
                  <a:pt x="1450427" y="12232"/>
                </a:cubicBezTo>
              </a:path>
            </a:pathLst>
          </a:cu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EC6B9E29-0B67-38A0-317C-A84C914C9F90}"/>
              </a:ext>
            </a:extLst>
          </p:cNvPr>
          <p:cNvSpPr/>
          <p:nvPr/>
        </p:nvSpPr>
        <p:spPr>
          <a:xfrm>
            <a:off x="7900443" y="3294122"/>
            <a:ext cx="2502179" cy="387966"/>
          </a:xfrm>
          <a:custGeom>
            <a:avLst/>
            <a:gdLst>
              <a:gd name="connsiteX0" fmla="*/ 0 w 2469931"/>
              <a:gd name="connsiteY0" fmla="*/ 0 h 415550"/>
              <a:gd name="connsiteX1" fmla="*/ 168166 w 2469931"/>
              <a:gd name="connsiteY1" fmla="*/ 273269 h 415550"/>
              <a:gd name="connsiteX2" fmla="*/ 924910 w 2469931"/>
              <a:gd name="connsiteY2" fmla="*/ 399393 h 415550"/>
              <a:gd name="connsiteX3" fmla="*/ 2469931 w 2469931"/>
              <a:gd name="connsiteY3" fmla="*/ 409903 h 41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9931" h="415550">
                <a:moveTo>
                  <a:pt x="0" y="0"/>
                </a:moveTo>
                <a:cubicBezTo>
                  <a:pt x="7007" y="103352"/>
                  <a:pt x="14014" y="206704"/>
                  <a:pt x="168166" y="273269"/>
                </a:cubicBezTo>
                <a:cubicBezTo>
                  <a:pt x="322318" y="339835"/>
                  <a:pt x="541283" y="376621"/>
                  <a:pt x="924910" y="399393"/>
                </a:cubicBezTo>
                <a:cubicBezTo>
                  <a:pt x="1308537" y="422165"/>
                  <a:pt x="1889234" y="416034"/>
                  <a:pt x="2469931" y="409903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1FEE81E7-472D-0956-9FB3-A4B870EF776A}"/>
              </a:ext>
            </a:extLst>
          </p:cNvPr>
          <p:cNvSpPr/>
          <p:nvPr/>
        </p:nvSpPr>
        <p:spPr>
          <a:xfrm>
            <a:off x="7878301" y="4292968"/>
            <a:ext cx="2520498" cy="212974"/>
          </a:xfrm>
          <a:custGeom>
            <a:avLst/>
            <a:gdLst>
              <a:gd name="connsiteX0" fmla="*/ 50567 w 2520498"/>
              <a:gd name="connsiteY0" fmla="*/ 0 h 212974"/>
              <a:gd name="connsiteX1" fmla="*/ 50567 w 2520498"/>
              <a:gd name="connsiteY1" fmla="*/ 189186 h 212974"/>
              <a:gd name="connsiteX2" fmla="*/ 576084 w 2520498"/>
              <a:gd name="connsiteY2" fmla="*/ 210207 h 212974"/>
              <a:gd name="connsiteX3" fmla="*/ 2520498 w 2520498"/>
              <a:gd name="connsiteY3" fmla="*/ 199697 h 212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498" h="212974">
                <a:moveTo>
                  <a:pt x="50567" y="0"/>
                </a:moveTo>
                <a:cubicBezTo>
                  <a:pt x="6774" y="77076"/>
                  <a:pt x="-37019" y="154152"/>
                  <a:pt x="50567" y="189186"/>
                </a:cubicBezTo>
                <a:cubicBezTo>
                  <a:pt x="138153" y="224220"/>
                  <a:pt x="576084" y="210207"/>
                  <a:pt x="576084" y="210207"/>
                </a:cubicBezTo>
                <a:lnTo>
                  <a:pt x="2520498" y="199697"/>
                </a:lnTo>
              </a:path>
            </a:pathLst>
          </a:cu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536C438B-17D7-9EA9-5591-7AEE50E73B68}"/>
              </a:ext>
            </a:extLst>
          </p:cNvPr>
          <p:cNvSpPr/>
          <p:nvPr/>
        </p:nvSpPr>
        <p:spPr>
          <a:xfrm flipV="1">
            <a:off x="7857280" y="1609484"/>
            <a:ext cx="2520498" cy="231803"/>
          </a:xfrm>
          <a:custGeom>
            <a:avLst/>
            <a:gdLst>
              <a:gd name="connsiteX0" fmla="*/ 50567 w 2520498"/>
              <a:gd name="connsiteY0" fmla="*/ 0 h 212974"/>
              <a:gd name="connsiteX1" fmla="*/ 50567 w 2520498"/>
              <a:gd name="connsiteY1" fmla="*/ 189186 h 212974"/>
              <a:gd name="connsiteX2" fmla="*/ 576084 w 2520498"/>
              <a:gd name="connsiteY2" fmla="*/ 210207 h 212974"/>
              <a:gd name="connsiteX3" fmla="*/ 2520498 w 2520498"/>
              <a:gd name="connsiteY3" fmla="*/ 199697 h 212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498" h="212974">
                <a:moveTo>
                  <a:pt x="50567" y="0"/>
                </a:moveTo>
                <a:cubicBezTo>
                  <a:pt x="6774" y="77076"/>
                  <a:pt x="-37019" y="154152"/>
                  <a:pt x="50567" y="189186"/>
                </a:cubicBezTo>
                <a:cubicBezTo>
                  <a:pt x="138153" y="224220"/>
                  <a:pt x="576084" y="210207"/>
                  <a:pt x="576084" y="210207"/>
                </a:cubicBezTo>
                <a:lnTo>
                  <a:pt x="2520498" y="199697"/>
                </a:lnTo>
              </a:path>
            </a:pathLst>
          </a:cu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28610D3-35DD-B6CE-3D11-04052D6D17A0}"/>
              </a:ext>
            </a:extLst>
          </p:cNvPr>
          <p:cNvCxnSpPr>
            <a:cxnSpLocks/>
            <a:stCxn id="65" idx="6"/>
          </p:cNvCxnSpPr>
          <p:nvPr/>
        </p:nvCxnSpPr>
        <p:spPr>
          <a:xfrm flipV="1">
            <a:off x="9041248" y="4111662"/>
            <a:ext cx="1399592" cy="1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3CAF2B9-9586-9B6A-39BB-41622647E535}"/>
              </a:ext>
            </a:extLst>
          </p:cNvPr>
          <p:cNvCxnSpPr>
            <a:cxnSpLocks/>
            <a:stCxn id="67" idx="6"/>
          </p:cNvCxnSpPr>
          <p:nvPr/>
        </p:nvCxnSpPr>
        <p:spPr>
          <a:xfrm flipV="1">
            <a:off x="9965301" y="3080337"/>
            <a:ext cx="675236" cy="6568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37F42F1-6CC8-4C38-79F1-5D675620A57D}"/>
              </a:ext>
            </a:extLst>
          </p:cNvPr>
          <p:cNvCxnSpPr>
            <a:cxnSpLocks/>
            <a:stCxn id="63" idx="6"/>
          </p:cNvCxnSpPr>
          <p:nvPr/>
        </p:nvCxnSpPr>
        <p:spPr>
          <a:xfrm>
            <a:off x="9041248" y="2041125"/>
            <a:ext cx="1599289" cy="0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>
            <a:extLst>
              <a:ext uri="{FF2B5EF4-FFF2-40B4-BE49-F238E27FC236}">
                <a16:creationId xmlns:a16="http://schemas.microsoft.com/office/drawing/2014/main" id="{A3114339-9FAC-90E9-A4DE-AFFDCEDF4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8690" y="1884388"/>
            <a:ext cx="3002074" cy="239189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C928C84-CD48-4514-793F-FF82A0E75C2D}"/>
              </a:ext>
            </a:extLst>
          </p:cNvPr>
          <p:cNvSpPr txBox="1"/>
          <p:nvPr/>
        </p:nvSpPr>
        <p:spPr>
          <a:xfrm>
            <a:off x="2942780" y="1730229"/>
            <a:ext cx="636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skerville" panose="02020502070401020303" pitchFamily="18" charset="0"/>
                <a:ea typeface="Baskerville" panose="02020502070401020303" pitchFamily="18" charset="0"/>
              </a:rPr>
              <a:t>(a)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A58AAA-A231-805D-C0A2-60C00FE1E773}"/>
              </a:ext>
            </a:extLst>
          </p:cNvPr>
          <p:cNvSpPr txBox="1"/>
          <p:nvPr/>
        </p:nvSpPr>
        <p:spPr>
          <a:xfrm>
            <a:off x="6412474" y="1730228"/>
            <a:ext cx="636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skerville" panose="02020502070401020303" pitchFamily="18" charset="0"/>
                <a:ea typeface="Baskerville" panose="02020502070401020303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95501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3CD524E-82E4-B3CC-56B9-981B9658A634}"/>
              </a:ext>
            </a:extLst>
          </p:cNvPr>
          <p:cNvGrpSpPr/>
          <p:nvPr/>
        </p:nvGrpSpPr>
        <p:grpSpPr>
          <a:xfrm>
            <a:off x="1404134" y="483190"/>
            <a:ext cx="5158582" cy="2842041"/>
            <a:chOff x="3516713" y="2007983"/>
            <a:chExt cx="5158582" cy="2842041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DFB06F9-80BC-593E-3CD8-635CF298D767}"/>
                </a:ext>
              </a:extLst>
            </p:cNvPr>
            <p:cNvGrpSpPr/>
            <p:nvPr/>
          </p:nvGrpSpPr>
          <p:grpSpPr>
            <a:xfrm rot="5400000">
              <a:off x="4674983" y="849713"/>
              <a:ext cx="2842041" cy="5158582"/>
              <a:chOff x="2911366" y="1202319"/>
              <a:chExt cx="2842041" cy="5158582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276F4F4-386C-FF78-C343-B269A897A6B9}"/>
                  </a:ext>
                </a:extLst>
              </p:cNvPr>
              <p:cNvSpPr/>
              <p:nvPr/>
            </p:nvSpPr>
            <p:spPr>
              <a:xfrm>
                <a:off x="3415864" y="2961289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CBF6DCE-0D1B-BFD1-5936-E0F6D5A55E24}"/>
                  </a:ext>
                </a:extLst>
              </p:cNvPr>
              <p:cNvSpPr/>
              <p:nvPr/>
            </p:nvSpPr>
            <p:spPr>
              <a:xfrm>
                <a:off x="4934608" y="1202319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5AE34AF-4861-E330-76A4-2D685B88E0D5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>
                <a:off x="2911366" y="3155730"/>
                <a:ext cx="50449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3E0EADF-DFAB-6DF7-0F22-949E024B3664}"/>
                  </a:ext>
                </a:extLst>
              </p:cNvPr>
              <p:cNvCxnSpPr>
                <a:cxnSpLocks/>
                <a:stCxn id="4" idx="7"/>
                <a:endCxn id="5" idx="2"/>
              </p:cNvCxnSpPr>
              <p:nvPr/>
            </p:nvCxnSpPr>
            <p:spPr>
              <a:xfrm flipV="1">
                <a:off x="3747794" y="1396760"/>
                <a:ext cx="1186812" cy="162147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7EDC628-BA93-5BBB-46B1-B669CD3FABEE}"/>
                  </a:ext>
                </a:extLst>
              </p:cNvPr>
              <p:cNvCxnSpPr>
                <a:cxnSpLocks/>
                <a:stCxn id="5" idx="6"/>
              </p:cNvCxnSpPr>
              <p:nvPr/>
            </p:nvCxnSpPr>
            <p:spPr>
              <a:xfrm>
                <a:off x="5323488" y="1396760"/>
                <a:ext cx="429849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" name="Straight Connector 1">
                <a:extLst>
                  <a:ext uri="{FF2B5EF4-FFF2-40B4-BE49-F238E27FC236}">
                    <a16:creationId xmlns:a16="http://schemas.microsoft.com/office/drawing/2014/main" id="{8188375A-9ECC-E07C-2CB4-C80B63400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3117" y="1753835"/>
                <a:ext cx="0" cy="3023259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2EE9235-FFC3-3094-41AD-A2A5F13B4C0D}"/>
                  </a:ext>
                </a:extLst>
              </p:cNvPr>
              <p:cNvSpPr/>
              <p:nvPr/>
            </p:nvSpPr>
            <p:spPr>
              <a:xfrm>
                <a:off x="4934608" y="1776250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2952596-6AEF-9583-264E-1F7B3CAC6B18}"/>
                  </a:ext>
                </a:extLst>
              </p:cNvPr>
              <p:cNvSpPr/>
              <p:nvPr/>
            </p:nvSpPr>
            <p:spPr>
              <a:xfrm>
                <a:off x="4934606" y="2397244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BEE01CA-0FA7-2E9A-21D3-53090924D957}"/>
                  </a:ext>
                </a:extLst>
              </p:cNvPr>
              <p:cNvCxnSpPr>
                <a:cxnSpLocks/>
                <a:stCxn id="5" idx="4"/>
                <a:endCxn id="19" idx="0"/>
              </p:cNvCxnSpPr>
              <p:nvPr/>
            </p:nvCxnSpPr>
            <p:spPr>
              <a:xfrm>
                <a:off x="5129047" y="1591201"/>
                <a:ext cx="0" cy="18504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CE564C9-8D60-2E56-7824-244D00B4A855}"/>
                  </a:ext>
                </a:extLst>
              </p:cNvPr>
              <p:cNvCxnSpPr>
                <a:cxnSpLocks/>
                <a:stCxn id="19" idx="6"/>
              </p:cNvCxnSpPr>
              <p:nvPr/>
            </p:nvCxnSpPr>
            <p:spPr>
              <a:xfrm>
                <a:off x="5323488" y="1970691"/>
                <a:ext cx="42984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421CDD4-5632-6D92-FED2-1E74E2705992}"/>
                  </a:ext>
                </a:extLst>
              </p:cNvPr>
              <p:cNvCxnSpPr>
                <a:cxnSpLocks/>
                <a:stCxn id="21" idx="6"/>
              </p:cNvCxnSpPr>
              <p:nvPr/>
            </p:nvCxnSpPr>
            <p:spPr>
              <a:xfrm>
                <a:off x="5323488" y="2591685"/>
                <a:ext cx="42984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088B571C-85CF-3545-C37F-5E9DDB0C1E03}"/>
                  </a:ext>
                </a:extLst>
              </p:cNvPr>
              <p:cNvSpPr/>
              <p:nvPr/>
            </p:nvSpPr>
            <p:spPr>
              <a:xfrm>
                <a:off x="4730366" y="1538601"/>
                <a:ext cx="263244" cy="974630"/>
              </a:xfrm>
              <a:custGeom>
                <a:avLst/>
                <a:gdLst>
                  <a:gd name="connsiteX0" fmla="*/ 263244 w 263244"/>
                  <a:gd name="connsiteY0" fmla="*/ 0 h 974630"/>
                  <a:gd name="connsiteX1" fmla="*/ 422 w 263244"/>
                  <a:gd name="connsiteY1" fmla="*/ 487315 h 974630"/>
                  <a:gd name="connsiteX2" fmla="*/ 203014 w 263244"/>
                  <a:gd name="connsiteY2" fmla="*/ 974630 h 974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3244" h="974630">
                    <a:moveTo>
                      <a:pt x="263244" y="0"/>
                    </a:moveTo>
                    <a:cubicBezTo>
                      <a:pt x="136852" y="162438"/>
                      <a:pt x="10460" y="324877"/>
                      <a:pt x="422" y="487315"/>
                    </a:cubicBezTo>
                    <a:cubicBezTo>
                      <a:pt x="-9616" y="649753"/>
                      <a:pt x="161948" y="892498"/>
                      <a:pt x="203014" y="974630"/>
                    </a:cubicBez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387C3C4-9D8D-5778-3CAE-6C9AB8F44283}"/>
                  </a:ext>
                </a:extLst>
              </p:cNvPr>
              <p:cNvSpPr/>
              <p:nvPr/>
            </p:nvSpPr>
            <p:spPr>
              <a:xfrm>
                <a:off x="4934676" y="2961175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33266F6F-F2AD-5252-6EA1-D4636626E5E3}"/>
                  </a:ext>
                </a:extLst>
              </p:cNvPr>
              <p:cNvCxnSpPr>
                <a:cxnSpLocks/>
                <a:stCxn id="47" idx="6"/>
              </p:cNvCxnSpPr>
              <p:nvPr/>
            </p:nvCxnSpPr>
            <p:spPr>
              <a:xfrm>
                <a:off x="5323558" y="3155616"/>
                <a:ext cx="429849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050AD26-F7A6-BC15-9D31-09FFC1C3FE5A}"/>
                  </a:ext>
                </a:extLst>
              </p:cNvPr>
              <p:cNvSpPr/>
              <p:nvPr/>
            </p:nvSpPr>
            <p:spPr>
              <a:xfrm>
                <a:off x="4934676" y="3535106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A4B4A4D-32DF-55A3-B6FA-FEE3756F877D}"/>
                  </a:ext>
                </a:extLst>
              </p:cNvPr>
              <p:cNvSpPr/>
              <p:nvPr/>
            </p:nvSpPr>
            <p:spPr>
              <a:xfrm>
                <a:off x="4934676" y="4156100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DC74FBF-3085-7B62-3836-F54BBF15BC17}"/>
                  </a:ext>
                </a:extLst>
              </p:cNvPr>
              <p:cNvCxnSpPr>
                <a:cxnSpLocks/>
                <a:stCxn id="47" idx="4"/>
                <a:endCxn id="49" idx="0"/>
              </p:cNvCxnSpPr>
              <p:nvPr/>
            </p:nvCxnSpPr>
            <p:spPr>
              <a:xfrm>
                <a:off x="5129117" y="3350057"/>
                <a:ext cx="0" cy="18504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374472B-9D67-24B7-0106-AA804D8822DD}"/>
                  </a:ext>
                </a:extLst>
              </p:cNvPr>
              <p:cNvCxnSpPr>
                <a:cxnSpLocks/>
                <a:stCxn id="49" idx="6"/>
              </p:cNvCxnSpPr>
              <p:nvPr/>
            </p:nvCxnSpPr>
            <p:spPr>
              <a:xfrm>
                <a:off x="5323558" y="3729547"/>
                <a:ext cx="42984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1C177D96-9E1B-E55B-F0D9-F1FB60712147}"/>
                  </a:ext>
                </a:extLst>
              </p:cNvPr>
              <p:cNvCxnSpPr>
                <a:cxnSpLocks/>
                <a:stCxn id="52" idx="6"/>
              </p:cNvCxnSpPr>
              <p:nvPr/>
            </p:nvCxnSpPr>
            <p:spPr>
              <a:xfrm>
                <a:off x="5323558" y="4350541"/>
                <a:ext cx="42977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90154E5D-6EE2-3388-5CF3-7EA0AAD460F3}"/>
                  </a:ext>
                </a:extLst>
              </p:cNvPr>
              <p:cNvSpPr/>
              <p:nvPr/>
            </p:nvSpPr>
            <p:spPr>
              <a:xfrm>
                <a:off x="4730436" y="3297457"/>
                <a:ext cx="263244" cy="974630"/>
              </a:xfrm>
              <a:custGeom>
                <a:avLst/>
                <a:gdLst>
                  <a:gd name="connsiteX0" fmla="*/ 263244 w 263244"/>
                  <a:gd name="connsiteY0" fmla="*/ 0 h 974630"/>
                  <a:gd name="connsiteX1" fmla="*/ 422 w 263244"/>
                  <a:gd name="connsiteY1" fmla="*/ 487315 h 974630"/>
                  <a:gd name="connsiteX2" fmla="*/ 203014 w 263244"/>
                  <a:gd name="connsiteY2" fmla="*/ 974630 h 974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3244" h="974630">
                    <a:moveTo>
                      <a:pt x="263244" y="0"/>
                    </a:moveTo>
                    <a:cubicBezTo>
                      <a:pt x="136852" y="162438"/>
                      <a:pt x="10460" y="324877"/>
                      <a:pt x="422" y="487315"/>
                    </a:cubicBezTo>
                    <a:cubicBezTo>
                      <a:pt x="-9616" y="649753"/>
                      <a:pt x="161948" y="892498"/>
                      <a:pt x="203014" y="974630"/>
                    </a:cubicBez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443AB4C-BF7F-C669-F55D-BC248AB3B6AB}"/>
                  </a:ext>
                </a:extLst>
              </p:cNvPr>
              <p:cNvCxnSpPr>
                <a:cxnSpLocks/>
                <a:stCxn id="4" idx="6"/>
                <a:endCxn id="47" idx="2"/>
              </p:cNvCxnSpPr>
              <p:nvPr/>
            </p:nvCxnSpPr>
            <p:spPr>
              <a:xfrm flipV="1">
                <a:off x="3804744" y="3155616"/>
                <a:ext cx="1129932" cy="114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55D70436-DD2A-7DBE-C810-05302F5D2A46}"/>
                  </a:ext>
                </a:extLst>
              </p:cNvPr>
              <p:cNvSpPr/>
              <p:nvPr/>
            </p:nvSpPr>
            <p:spPr>
              <a:xfrm>
                <a:off x="4934606" y="4777094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7009D9A-C1DD-9BE9-D027-5E36DDBED395}"/>
                  </a:ext>
                </a:extLst>
              </p:cNvPr>
              <p:cNvCxnSpPr>
                <a:cxnSpLocks/>
                <a:stCxn id="67" idx="6"/>
              </p:cNvCxnSpPr>
              <p:nvPr/>
            </p:nvCxnSpPr>
            <p:spPr>
              <a:xfrm>
                <a:off x="5323488" y="4971535"/>
                <a:ext cx="429849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7ACF833-29AD-2FA1-CD77-868CB107F0FB}"/>
                  </a:ext>
                </a:extLst>
              </p:cNvPr>
              <p:cNvSpPr/>
              <p:nvPr/>
            </p:nvSpPr>
            <p:spPr>
              <a:xfrm>
                <a:off x="4934606" y="5351025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882F6AAC-65CC-E1AD-FED9-C3ED2BBEFC85}"/>
                  </a:ext>
                </a:extLst>
              </p:cNvPr>
              <p:cNvSpPr/>
              <p:nvPr/>
            </p:nvSpPr>
            <p:spPr>
              <a:xfrm>
                <a:off x="4934606" y="5972019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7C0DEB5C-6252-09EE-FFD7-C90168C4AA66}"/>
                  </a:ext>
                </a:extLst>
              </p:cNvPr>
              <p:cNvCxnSpPr>
                <a:cxnSpLocks/>
                <a:stCxn id="67" idx="4"/>
                <a:endCxn id="69" idx="0"/>
              </p:cNvCxnSpPr>
              <p:nvPr/>
            </p:nvCxnSpPr>
            <p:spPr>
              <a:xfrm>
                <a:off x="5129047" y="5165976"/>
                <a:ext cx="0" cy="18504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2319952-3301-BDC2-8544-7C714259F872}"/>
                  </a:ext>
                </a:extLst>
              </p:cNvPr>
              <p:cNvCxnSpPr>
                <a:cxnSpLocks/>
                <a:stCxn id="69" idx="6"/>
              </p:cNvCxnSpPr>
              <p:nvPr/>
            </p:nvCxnSpPr>
            <p:spPr>
              <a:xfrm>
                <a:off x="5323488" y="5545466"/>
                <a:ext cx="42984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97F2A53D-6CC3-02FD-E06A-E9674C573674}"/>
                  </a:ext>
                </a:extLst>
              </p:cNvPr>
              <p:cNvCxnSpPr>
                <a:cxnSpLocks/>
                <a:stCxn id="70" idx="6"/>
              </p:cNvCxnSpPr>
              <p:nvPr/>
            </p:nvCxnSpPr>
            <p:spPr>
              <a:xfrm>
                <a:off x="5323488" y="6166460"/>
                <a:ext cx="42977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39A75635-81B0-D166-7DB4-4AC509C17E4F}"/>
                  </a:ext>
                </a:extLst>
              </p:cNvPr>
              <p:cNvSpPr/>
              <p:nvPr/>
            </p:nvSpPr>
            <p:spPr>
              <a:xfrm>
                <a:off x="4730366" y="5113376"/>
                <a:ext cx="263244" cy="974630"/>
              </a:xfrm>
              <a:custGeom>
                <a:avLst/>
                <a:gdLst>
                  <a:gd name="connsiteX0" fmla="*/ 263244 w 263244"/>
                  <a:gd name="connsiteY0" fmla="*/ 0 h 974630"/>
                  <a:gd name="connsiteX1" fmla="*/ 422 w 263244"/>
                  <a:gd name="connsiteY1" fmla="*/ 487315 h 974630"/>
                  <a:gd name="connsiteX2" fmla="*/ 203014 w 263244"/>
                  <a:gd name="connsiteY2" fmla="*/ 974630 h 974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3244" h="974630">
                    <a:moveTo>
                      <a:pt x="263244" y="0"/>
                    </a:moveTo>
                    <a:cubicBezTo>
                      <a:pt x="136852" y="162438"/>
                      <a:pt x="10460" y="324877"/>
                      <a:pt x="422" y="487315"/>
                    </a:cubicBezTo>
                    <a:cubicBezTo>
                      <a:pt x="-9616" y="649753"/>
                      <a:pt x="161948" y="892498"/>
                      <a:pt x="203014" y="974630"/>
                    </a:cubicBez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1EBD49C4-F961-2A80-425A-41036E95E46C}"/>
                  </a:ext>
                </a:extLst>
              </p:cNvPr>
              <p:cNvCxnSpPr>
                <a:cxnSpLocks/>
                <a:stCxn id="4" idx="5"/>
                <a:endCxn id="67" idx="2"/>
              </p:cNvCxnSpPr>
              <p:nvPr/>
            </p:nvCxnSpPr>
            <p:spPr>
              <a:xfrm>
                <a:off x="3747794" y="3293221"/>
                <a:ext cx="1186812" cy="1678314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71A1090-A207-EDAA-F74B-1B2152DB533F}"/>
                </a:ext>
              </a:extLst>
            </p:cNvPr>
            <p:cNvSpPr txBox="1"/>
            <p:nvPr/>
          </p:nvSpPr>
          <p:spPr>
            <a:xfrm>
              <a:off x="3533353" y="4050774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87BFE07-830A-9F01-6B67-7B9F94CA0447}"/>
                </a:ext>
              </a:extLst>
            </p:cNvPr>
            <p:cNvSpPr txBox="1"/>
            <p:nvPr/>
          </p:nvSpPr>
          <p:spPr>
            <a:xfrm>
              <a:off x="4157097" y="4050774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19CB413-7413-52F0-8626-D0CA5E154A94}"/>
                </a:ext>
              </a:extLst>
            </p:cNvPr>
            <p:cNvSpPr txBox="1"/>
            <p:nvPr/>
          </p:nvSpPr>
          <p:spPr>
            <a:xfrm>
              <a:off x="4730715" y="4050774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5ADDE66-42B0-4E28-EDAA-7754D24DA34A}"/>
                </a:ext>
              </a:extLst>
            </p:cNvPr>
            <p:cNvSpPr txBox="1"/>
            <p:nvPr/>
          </p:nvSpPr>
          <p:spPr>
            <a:xfrm>
              <a:off x="5349271" y="4050774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0012573-F5FF-6003-4316-40AF668F5A44}"/>
                </a:ext>
              </a:extLst>
            </p:cNvPr>
            <p:cNvSpPr txBox="1"/>
            <p:nvPr/>
          </p:nvSpPr>
          <p:spPr>
            <a:xfrm>
              <a:off x="5974369" y="4043908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5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074A875-A528-7BBE-70CF-7521289ED931}"/>
                </a:ext>
              </a:extLst>
            </p:cNvPr>
            <p:cNvSpPr txBox="1"/>
            <p:nvPr/>
          </p:nvSpPr>
          <p:spPr>
            <a:xfrm>
              <a:off x="6547581" y="4043908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6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24E4083-45F8-049F-BD3D-09985A75D60D}"/>
                </a:ext>
              </a:extLst>
            </p:cNvPr>
            <p:cNvSpPr txBox="1"/>
            <p:nvPr/>
          </p:nvSpPr>
          <p:spPr>
            <a:xfrm>
              <a:off x="7110687" y="4050771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7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4B950F9-7600-1E6E-1978-9DCE01A0C530}"/>
                </a:ext>
              </a:extLst>
            </p:cNvPr>
            <p:cNvSpPr txBox="1"/>
            <p:nvPr/>
          </p:nvSpPr>
          <p:spPr>
            <a:xfrm>
              <a:off x="7726563" y="4050771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8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3F885D8-515D-7C64-8FB4-4FE598834BFA}"/>
                </a:ext>
              </a:extLst>
            </p:cNvPr>
            <p:cNvSpPr txBox="1"/>
            <p:nvPr/>
          </p:nvSpPr>
          <p:spPr>
            <a:xfrm>
              <a:off x="8303053" y="4050771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9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5FBA99B-E026-89E7-C1A2-830AB5BE00C7}"/>
              </a:ext>
            </a:extLst>
          </p:cNvPr>
          <p:cNvGrpSpPr/>
          <p:nvPr/>
        </p:nvGrpSpPr>
        <p:grpSpPr>
          <a:xfrm>
            <a:off x="2451782" y="3363815"/>
            <a:ext cx="2778528" cy="2758959"/>
            <a:chOff x="2115898" y="3783223"/>
            <a:chExt cx="2778528" cy="275895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E60BF70-B363-9191-0F32-5CCE878C040F}"/>
                </a:ext>
              </a:extLst>
            </p:cNvPr>
            <p:cNvSpPr/>
            <p:nvPr/>
          </p:nvSpPr>
          <p:spPr>
            <a:xfrm>
              <a:off x="2620394" y="4968262"/>
              <a:ext cx="388882" cy="388882"/>
            </a:xfrm>
            <a:prstGeom prst="ellipse">
              <a:avLst/>
            </a:prstGeom>
            <a:solidFill>
              <a:srgbClr val="00D66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9AB4E28-0A02-1278-DFDF-2598121CA633}"/>
                </a:ext>
              </a:extLst>
            </p:cNvPr>
            <p:cNvSpPr/>
            <p:nvPr/>
          </p:nvSpPr>
          <p:spPr>
            <a:xfrm>
              <a:off x="4139138" y="3783223"/>
              <a:ext cx="388882" cy="388882"/>
            </a:xfrm>
            <a:prstGeom prst="ellipse">
              <a:avLst/>
            </a:prstGeom>
            <a:solidFill>
              <a:srgbClr val="00D66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A3270F4-A442-450B-1A70-1350C0BEABF6}"/>
                </a:ext>
              </a:extLst>
            </p:cNvPr>
            <p:cNvSpPr/>
            <p:nvPr/>
          </p:nvSpPr>
          <p:spPr>
            <a:xfrm>
              <a:off x="4139138" y="4968262"/>
              <a:ext cx="388882" cy="388882"/>
            </a:xfrm>
            <a:prstGeom prst="ellipse">
              <a:avLst/>
            </a:prstGeom>
            <a:solidFill>
              <a:srgbClr val="00D66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57426A3-A748-E98C-D4A8-E46341A77832}"/>
                </a:ext>
              </a:extLst>
            </p:cNvPr>
            <p:cNvSpPr/>
            <p:nvPr/>
          </p:nvSpPr>
          <p:spPr>
            <a:xfrm>
              <a:off x="4139138" y="6153300"/>
              <a:ext cx="388882" cy="388882"/>
            </a:xfrm>
            <a:prstGeom prst="ellipse">
              <a:avLst/>
            </a:prstGeom>
            <a:solidFill>
              <a:srgbClr val="00D66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37EBE4-56EC-53C9-CB77-1901CA5F1D71}"/>
                </a:ext>
              </a:extLst>
            </p:cNvPr>
            <p:cNvCxnSpPr>
              <a:cxnSpLocks/>
              <a:endCxn id="27" idx="2"/>
            </p:cNvCxnSpPr>
            <p:nvPr/>
          </p:nvCxnSpPr>
          <p:spPr>
            <a:xfrm>
              <a:off x="2115898" y="5162703"/>
              <a:ext cx="50449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70C1904-6119-98A6-E415-A180A604B92B}"/>
                </a:ext>
              </a:extLst>
            </p:cNvPr>
            <p:cNvCxnSpPr>
              <a:cxnSpLocks/>
              <a:stCxn id="27" idx="6"/>
              <a:endCxn id="28" idx="2"/>
            </p:cNvCxnSpPr>
            <p:nvPr/>
          </p:nvCxnSpPr>
          <p:spPr>
            <a:xfrm flipV="1">
              <a:off x="3009276" y="3977664"/>
              <a:ext cx="1129862" cy="1185039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66EC59D-A01E-CC75-B630-1CD94D99878B}"/>
                </a:ext>
              </a:extLst>
            </p:cNvPr>
            <p:cNvCxnSpPr>
              <a:cxnSpLocks/>
              <a:stCxn id="27" idx="6"/>
              <a:endCxn id="30" idx="2"/>
            </p:cNvCxnSpPr>
            <p:nvPr/>
          </p:nvCxnSpPr>
          <p:spPr>
            <a:xfrm>
              <a:off x="3009276" y="5162703"/>
              <a:ext cx="1129862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08BDF81-4D37-6844-FEA2-2883C68188CE}"/>
                </a:ext>
              </a:extLst>
            </p:cNvPr>
            <p:cNvCxnSpPr>
              <a:cxnSpLocks/>
              <a:stCxn id="27" idx="6"/>
              <a:endCxn id="31" idx="2"/>
            </p:cNvCxnSpPr>
            <p:nvPr/>
          </p:nvCxnSpPr>
          <p:spPr>
            <a:xfrm>
              <a:off x="3009276" y="5162703"/>
              <a:ext cx="1129862" cy="118503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99E2D86-0D23-4D70-BD7F-70DB02CE6680}"/>
                </a:ext>
              </a:extLst>
            </p:cNvPr>
            <p:cNvCxnSpPr>
              <a:cxnSpLocks/>
              <a:stCxn id="28" idx="6"/>
            </p:cNvCxnSpPr>
            <p:nvPr/>
          </p:nvCxnSpPr>
          <p:spPr>
            <a:xfrm flipV="1">
              <a:off x="4528020" y="3783223"/>
              <a:ext cx="362606" cy="1944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7110F98-5CAC-0C5E-EF7E-BCF6BD76FD8D}"/>
                </a:ext>
              </a:extLst>
            </p:cNvPr>
            <p:cNvCxnSpPr/>
            <p:nvPr/>
          </p:nvCxnSpPr>
          <p:spPr>
            <a:xfrm>
              <a:off x="3387649" y="3977664"/>
              <a:ext cx="0" cy="251722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0E1B613-A6FF-F435-F085-25BF7976C708}"/>
                </a:ext>
              </a:extLst>
            </p:cNvPr>
            <p:cNvCxnSpPr>
              <a:cxnSpLocks/>
              <a:stCxn id="28" idx="6"/>
            </p:cNvCxnSpPr>
            <p:nvPr/>
          </p:nvCxnSpPr>
          <p:spPr>
            <a:xfrm>
              <a:off x="4528020" y="3977664"/>
              <a:ext cx="36260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5A78A24-594B-DA0C-4048-0DA3B58CC873}"/>
                </a:ext>
              </a:extLst>
            </p:cNvPr>
            <p:cNvCxnSpPr>
              <a:cxnSpLocks/>
              <a:stCxn id="28" idx="6"/>
            </p:cNvCxnSpPr>
            <p:nvPr/>
          </p:nvCxnSpPr>
          <p:spPr>
            <a:xfrm>
              <a:off x="4528020" y="3977664"/>
              <a:ext cx="362606" cy="191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5BE34F3-9B01-48C9-3CF5-E6E170E61F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1820" y="4971413"/>
              <a:ext cx="362606" cy="1944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A814E2F-5EDB-45DD-D30C-765A97D0F747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20" y="5165854"/>
              <a:ext cx="36260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E078D41-22E0-6045-D761-8460DC4C6D16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20" y="5165854"/>
              <a:ext cx="362606" cy="191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D8A905E-7EB0-2087-923E-F1E48DC8E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020" y="6156451"/>
              <a:ext cx="362606" cy="1944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B584546-3CFD-9246-AE88-95FAD3C77A59}"/>
                </a:ext>
              </a:extLst>
            </p:cNvPr>
            <p:cNvCxnSpPr>
              <a:cxnSpLocks/>
            </p:cNvCxnSpPr>
            <p:nvPr/>
          </p:nvCxnSpPr>
          <p:spPr>
            <a:xfrm>
              <a:off x="4528020" y="6350892"/>
              <a:ext cx="36260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45E4FA0-B6F0-5DDC-F557-9E32770CD431}"/>
                </a:ext>
              </a:extLst>
            </p:cNvPr>
            <p:cNvCxnSpPr>
              <a:cxnSpLocks/>
            </p:cNvCxnSpPr>
            <p:nvPr/>
          </p:nvCxnSpPr>
          <p:spPr>
            <a:xfrm>
              <a:off x="4528020" y="6350892"/>
              <a:ext cx="362606" cy="191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2D6A930-169C-0DB1-D4AB-3EB77352FE22}"/>
              </a:ext>
            </a:extLst>
          </p:cNvPr>
          <p:cNvSpPr txBox="1"/>
          <p:nvPr/>
        </p:nvSpPr>
        <p:spPr>
          <a:xfrm>
            <a:off x="1271752" y="379670"/>
            <a:ext cx="504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(a)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053114-C0AB-62D9-5302-F42AF8069090}"/>
              </a:ext>
            </a:extLst>
          </p:cNvPr>
          <p:cNvSpPr txBox="1"/>
          <p:nvPr/>
        </p:nvSpPr>
        <p:spPr>
          <a:xfrm>
            <a:off x="1271752" y="3532770"/>
            <a:ext cx="504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(b)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7B76DC-FA6C-ABAF-DB7C-19374BF0A980}"/>
              </a:ext>
            </a:extLst>
          </p:cNvPr>
          <p:cNvSpPr/>
          <p:nvPr/>
        </p:nvSpPr>
        <p:spPr>
          <a:xfrm>
            <a:off x="4414252" y="986908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4640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4B6A4254-F48E-7AAA-8C69-3A4576AC2DC4}"/>
              </a:ext>
            </a:extLst>
          </p:cNvPr>
          <p:cNvGrpSpPr/>
          <p:nvPr/>
        </p:nvGrpSpPr>
        <p:grpSpPr>
          <a:xfrm>
            <a:off x="6194243" y="1703800"/>
            <a:ext cx="5158582" cy="2842041"/>
            <a:chOff x="3516713" y="2007983"/>
            <a:chExt cx="5158582" cy="2842041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E449A0-E812-5572-920B-12700F27EDAF}"/>
                </a:ext>
              </a:extLst>
            </p:cNvPr>
            <p:cNvGrpSpPr/>
            <p:nvPr/>
          </p:nvGrpSpPr>
          <p:grpSpPr>
            <a:xfrm rot="5400000">
              <a:off x="4674983" y="849713"/>
              <a:ext cx="2842041" cy="5158582"/>
              <a:chOff x="2911366" y="1202319"/>
              <a:chExt cx="2842041" cy="5158582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799A1FA-86BA-4A62-499C-4F26B38138F2}"/>
                  </a:ext>
                </a:extLst>
              </p:cNvPr>
              <p:cNvSpPr/>
              <p:nvPr/>
            </p:nvSpPr>
            <p:spPr>
              <a:xfrm>
                <a:off x="3415864" y="2961289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92126CC1-D1BB-4EF9-AD15-748D6DFD3C6A}"/>
                  </a:ext>
                </a:extLst>
              </p:cNvPr>
              <p:cNvSpPr/>
              <p:nvPr/>
            </p:nvSpPr>
            <p:spPr>
              <a:xfrm>
                <a:off x="4934608" y="1202319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B5A146F-DB43-F859-D111-03D5C5A836A5}"/>
                  </a:ext>
                </a:extLst>
              </p:cNvPr>
              <p:cNvCxnSpPr>
                <a:cxnSpLocks/>
                <a:endCxn id="75" idx="2"/>
              </p:cNvCxnSpPr>
              <p:nvPr/>
            </p:nvCxnSpPr>
            <p:spPr>
              <a:xfrm>
                <a:off x="2911366" y="3155730"/>
                <a:ext cx="504496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2BD4EF68-713F-709E-B39E-582830EEB86F}"/>
                  </a:ext>
                </a:extLst>
              </p:cNvPr>
              <p:cNvCxnSpPr>
                <a:cxnSpLocks/>
                <a:stCxn id="75" idx="7"/>
                <a:endCxn id="76" idx="2"/>
              </p:cNvCxnSpPr>
              <p:nvPr/>
            </p:nvCxnSpPr>
            <p:spPr>
              <a:xfrm flipV="1">
                <a:off x="3747794" y="1396760"/>
                <a:ext cx="1186812" cy="162147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D888A53-58C3-81F2-F10B-20F41597AE49}"/>
                  </a:ext>
                </a:extLst>
              </p:cNvPr>
              <p:cNvCxnSpPr>
                <a:cxnSpLocks/>
                <a:stCxn id="76" idx="6"/>
              </p:cNvCxnSpPr>
              <p:nvPr/>
            </p:nvCxnSpPr>
            <p:spPr>
              <a:xfrm>
                <a:off x="5323488" y="1396760"/>
                <a:ext cx="4298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1126F30-C1EE-C90D-9C53-5967EE1EA44D}"/>
                  </a:ext>
                </a:extLst>
              </p:cNvPr>
              <p:cNvSpPr/>
              <p:nvPr/>
            </p:nvSpPr>
            <p:spPr>
              <a:xfrm>
                <a:off x="4934608" y="1776250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DE538FE-5D39-07ED-49DB-B524BB17ACB9}"/>
                  </a:ext>
                </a:extLst>
              </p:cNvPr>
              <p:cNvSpPr/>
              <p:nvPr/>
            </p:nvSpPr>
            <p:spPr>
              <a:xfrm>
                <a:off x="4934606" y="2397244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BA831898-D09C-94F3-F294-7EF62E876365}"/>
                  </a:ext>
                </a:extLst>
              </p:cNvPr>
              <p:cNvCxnSpPr>
                <a:cxnSpLocks/>
                <a:stCxn id="76" idx="4"/>
                <a:endCxn id="81" idx="0"/>
              </p:cNvCxnSpPr>
              <p:nvPr/>
            </p:nvCxnSpPr>
            <p:spPr>
              <a:xfrm>
                <a:off x="5129047" y="1591201"/>
                <a:ext cx="0" cy="18504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DF7D76C-A5EF-B164-FFE6-02EDC4622D8D}"/>
                  </a:ext>
                </a:extLst>
              </p:cNvPr>
              <p:cNvCxnSpPr>
                <a:cxnSpLocks/>
                <a:stCxn id="81" idx="6"/>
              </p:cNvCxnSpPr>
              <p:nvPr/>
            </p:nvCxnSpPr>
            <p:spPr>
              <a:xfrm>
                <a:off x="5323488" y="1970691"/>
                <a:ext cx="429849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69889FFC-767A-721C-6301-770C7BCD5FEA}"/>
                  </a:ext>
                </a:extLst>
              </p:cNvPr>
              <p:cNvCxnSpPr>
                <a:cxnSpLocks/>
                <a:stCxn id="82" idx="6"/>
              </p:cNvCxnSpPr>
              <p:nvPr/>
            </p:nvCxnSpPr>
            <p:spPr>
              <a:xfrm>
                <a:off x="5323488" y="2591685"/>
                <a:ext cx="429849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42C12F0C-1C2B-E82D-9F7B-42B0E0557527}"/>
                  </a:ext>
                </a:extLst>
              </p:cNvPr>
              <p:cNvSpPr/>
              <p:nvPr/>
            </p:nvSpPr>
            <p:spPr>
              <a:xfrm>
                <a:off x="4730366" y="1538601"/>
                <a:ext cx="263244" cy="974630"/>
              </a:xfrm>
              <a:custGeom>
                <a:avLst/>
                <a:gdLst>
                  <a:gd name="connsiteX0" fmla="*/ 263244 w 263244"/>
                  <a:gd name="connsiteY0" fmla="*/ 0 h 974630"/>
                  <a:gd name="connsiteX1" fmla="*/ 422 w 263244"/>
                  <a:gd name="connsiteY1" fmla="*/ 487315 h 974630"/>
                  <a:gd name="connsiteX2" fmla="*/ 203014 w 263244"/>
                  <a:gd name="connsiteY2" fmla="*/ 974630 h 974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3244" h="974630">
                    <a:moveTo>
                      <a:pt x="263244" y="0"/>
                    </a:moveTo>
                    <a:cubicBezTo>
                      <a:pt x="136852" y="162438"/>
                      <a:pt x="10460" y="324877"/>
                      <a:pt x="422" y="487315"/>
                    </a:cubicBezTo>
                    <a:cubicBezTo>
                      <a:pt x="-9616" y="649753"/>
                      <a:pt x="161948" y="892498"/>
                      <a:pt x="203014" y="974630"/>
                    </a:cubicBez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DC965D33-24A4-E12A-0F36-F814F332C601}"/>
                  </a:ext>
                </a:extLst>
              </p:cNvPr>
              <p:cNvSpPr/>
              <p:nvPr/>
            </p:nvSpPr>
            <p:spPr>
              <a:xfrm>
                <a:off x="4934676" y="2961175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B7ED05C7-C006-FD6A-5CBA-5306AECAE0FE}"/>
                  </a:ext>
                </a:extLst>
              </p:cNvPr>
              <p:cNvCxnSpPr>
                <a:cxnSpLocks/>
                <a:stCxn id="87" idx="6"/>
              </p:cNvCxnSpPr>
              <p:nvPr/>
            </p:nvCxnSpPr>
            <p:spPr>
              <a:xfrm>
                <a:off x="5323558" y="3155616"/>
                <a:ext cx="4298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B25E0048-B677-EDD0-02CB-E189A15D80B7}"/>
                  </a:ext>
                </a:extLst>
              </p:cNvPr>
              <p:cNvSpPr/>
              <p:nvPr/>
            </p:nvSpPr>
            <p:spPr>
              <a:xfrm>
                <a:off x="4934676" y="3535106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D79B676-6930-8F62-3ACF-AE0987ADCC7E}"/>
                  </a:ext>
                </a:extLst>
              </p:cNvPr>
              <p:cNvSpPr/>
              <p:nvPr/>
            </p:nvSpPr>
            <p:spPr>
              <a:xfrm>
                <a:off x="4934676" y="4156100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331B1E4-2C7A-255E-CD96-57608507641B}"/>
                  </a:ext>
                </a:extLst>
              </p:cNvPr>
              <p:cNvCxnSpPr>
                <a:cxnSpLocks/>
                <a:stCxn id="87" idx="4"/>
                <a:endCxn id="89" idx="0"/>
              </p:cNvCxnSpPr>
              <p:nvPr/>
            </p:nvCxnSpPr>
            <p:spPr>
              <a:xfrm>
                <a:off x="5129117" y="3350057"/>
                <a:ext cx="0" cy="18504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05DAE35C-DB1E-A9B1-73E4-DFB2A90D1327}"/>
                  </a:ext>
                </a:extLst>
              </p:cNvPr>
              <p:cNvCxnSpPr>
                <a:cxnSpLocks/>
                <a:stCxn id="89" idx="6"/>
              </p:cNvCxnSpPr>
              <p:nvPr/>
            </p:nvCxnSpPr>
            <p:spPr>
              <a:xfrm>
                <a:off x="5323558" y="3729547"/>
                <a:ext cx="429849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F549CDE1-362A-BBDB-FA12-3D29619E9EF9}"/>
                  </a:ext>
                </a:extLst>
              </p:cNvPr>
              <p:cNvCxnSpPr>
                <a:cxnSpLocks/>
                <a:stCxn id="90" idx="6"/>
              </p:cNvCxnSpPr>
              <p:nvPr/>
            </p:nvCxnSpPr>
            <p:spPr>
              <a:xfrm>
                <a:off x="5323558" y="4350541"/>
                <a:ext cx="429779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A89A8A38-A7A8-6934-B454-8B7D341B2AA4}"/>
                  </a:ext>
                </a:extLst>
              </p:cNvPr>
              <p:cNvSpPr/>
              <p:nvPr/>
            </p:nvSpPr>
            <p:spPr>
              <a:xfrm>
                <a:off x="4730436" y="3297457"/>
                <a:ext cx="263244" cy="974630"/>
              </a:xfrm>
              <a:custGeom>
                <a:avLst/>
                <a:gdLst>
                  <a:gd name="connsiteX0" fmla="*/ 263244 w 263244"/>
                  <a:gd name="connsiteY0" fmla="*/ 0 h 974630"/>
                  <a:gd name="connsiteX1" fmla="*/ 422 w 263244"/>
                  <a:gd name="connsiteY1" fmla="*/ 487315 h 974630"/>
                  <a:gd name="connsiteX2" fmla="*/ 203014 w 263244"/>
                  <a:gd name="connsiteY2" fmla="*/ 974630 h 974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3244" h="974630">
                    <a:moveTo>
                      <a:pt x="263244" y="0"/>
                    </a:moveTo>
                    <a:cubicBezTo>
                      <a:pt x="136852" y="162438"/>
                      <a:pt x="10460" y="324877"/>
                      <a:pt x="422" y="487315"/>
                    </a:cubicBezTo>
                    <a:cubicBezTo>
                      <a:pt x="-9616" y="649753"/>
                      <a:pt x="161948" y="892498"/>
                      <a:pt x="203014" y="974630"/>
                    </a:cubicBez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3655AA05-ABFF-0831-6C55-52A94275B036}"/>
                  </a:ext>
                </a:extLst>
              </p:cNvPr>
              <p:cNvCxnSpPr>
                <a:cxnSpLocks/>
                <a:stCxn id="75" idx="6"/>
                <a:endCxn id="87" idx="2"/>
              </p:cNvCxnSpPr>
              <p:nvPr/>
            </p:nvCxnSpPr>
            <p:spPr>
              <a:xfrm flipV="1">
                <a:off x="3804744" y="3155616"/>
                <a:ext cx="1129932" cy="114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2A456AD5-A289-AC75-DFBE-AE927FDC3804}"/>
                  </a:ext>
                </a:extLst>
              </p:cNvPr>
              <p:cNvSpPr/>
              <p:nvPr/>
            </p:nvSpPr>
            <p:spPr>
              <a:xfrm>
                <a:off x="4934606" y="4777094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7431FD08-9097-8227-4782-4DC3D3ABCCC4}"/>
                  </a:ext>
                </a:extLst>
              </p:cNvPr>
              <p:cNvCxnSpPr>
                <a:cxnSpLocks/>
                <a:stCxn id="96" idx="6"/>
              </p:cNvCxnSpPr>
              <p:nvPr/>
            </p:nvCxnSpPr>
            <p:spPr>
              <a:xfrm>
                <a:off x="5323488" y="4971535"/>
                <a:ext cx="4298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7146C32-EB66-D399-E327-34D6C7D520A5}"/>
                  </a:ext>
                </a:extLst>
              </p:cNvPr>
              <p:cNvSpPr/>
              <p:nvPr/>
            </p:nvSpPr>
            <p:spPr>
              <a:xfrm>
                <a:off x="4934606" y="5351025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5FCF0DC-89A3-A7F6-2D30-02EAD5849746}"/>
                  </a:ext>
                </a:extLst>
              </p:cNvPr>
              <p:cNvSpPr/>
              <p:nvPr/>
            </p:nvSpPr>
            <p:spPr>
              <a:xfrm>
                <a:off x="4934606" y="5972019"/>
                <a:ext cx="388882" cy="388882"/>
              </a:xfrm>
              <a:prstGeom prst="ellipse">
                <a:avLst/>
              </a:prstGeom>
              <a:solidFill>
                <a:srgbClr val="00D66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88AF16B-46D6-CB43-AD80-F3713CB32A16}"/>
                  </a:ext>
                </a:extLst>
              </p:cNvPr>
              <p:cNvCxnSpPr>
                <a:cxnSpLocks/>
                <a:stCxn id="96" idx="4"/>
                <a:endCxn id="98" idx="0"/>
              </p:cNvCxnSpPr>
              <p:nvPr/>
            </p:nvCxnSpPr>
            <p:spPr>
              <a:xfrm>
                <a:off x="5129047" y="5165976"/>
                <a:ext cx="0" cy="18504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751D0003-3BC0-0227-48A2-0E31FD79CA2D}"/>
                  </a:ext>
                </a:extLst>
              </p:cNvPr>
              <p:cNvCxnSpPr>
                <a:cxnSpLocks/>
                <a:stCxn id="98" idx="6"/>
              </p:cNvCxnSpPr>
              <p:nvPr/>
            </p:nvCxnSpPr>
            <p:spPr>
              <a:xfrm>
                <a:off x="5323488" y="5545466"/>
                <a:ext cx="429849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BE239334-85A7-9C38-8200-A70829599704}"/>
                  </a:ext>
                </a:extLst>
              </p:cNvPr>
              <p:cNvCxnSpPr>
                <a:cxnSpLocks/>
                <a:stCxn id="99" idx="6"/>
              </p:cNvCxnSpPr>
              <p:nvPr/>
            </p:nvCxnSpPr>
            <p:spPr>
              <a:xfrm>
                <a:off x="5323488" y="6166460"/>
                <a:ext cx="429779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9ABBD9A0-F39A-E968-D66E-B16841859B21}"/>
                  </a:ext>
                </a:extLst>
              </p:cNvPr>
              <p:cNvSpPr/>
              <p:nvPr/>
            </p:nvSpPr>
            <p:spPr>
              <a:xfrm>
                <a:off x="4730366" y="5113376"/>
                <a:ext cx="263244" cy="974630"/>
              </a:xfrm>
              <a:custGeom>
                <a:avLst/>
                <a:gdLst>
                  <a:gd name="connsiteX0" fmla="*/ 263244 w 263244"/>
                  <a:gd name="connsiteY0" fmla="*/ 0 h 974630"/>
                  <a:gd name="connsiteX1" fmla="*/ 422 w 263244"/>
                  <a:gd name="connsiteY1" fmla="*/ 487315 h 974630"/>
                  <a:gd name="connsiteX2" fmla="*/ 203014 w 263244"/>
                  <a:gd name="connsiteY2" fmla="*/ 974630 h 974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3244" h="974630">
                    <a:moveTo>
                      <a:pt x="263244" y="0"/>
                    </a:moveTo>
                    <a:cubicBezTo>
                      <a:pt x="136852" y="162438"/>
                      <a:pt x="10460" y="324877"/>
                      <a:pt x="422" y="487315"/>
                    </a:cubicBezTo>
                    <a:cubicBezTo>
                      <a:pt x="-9616" y="649753"/>
                      <a:pt x="161948" y="892498"/>
                      <a:pt x="203014" y="974630"/>
                    </a:cubicBez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21559191-CF68-2CD6-C70E-8DF2CAFD9C21}"/>
                  </a:ext>
                </a:extLst>
              </p:cNvPr>
              <p:cNvCxnSpPr>
                <a:cxnSpLocks/>
                <a:stCxn id="75" idx="5"/>
                <a:endCxn id="96" idx="2"/>
              </p:cNvCxnSpPr>
              <p:nvPr/>
            </p:nvCxnSpPr>
            <p:spPr>
              <a:xfrm>
                <a:off x="3747794" y="3293221"/>
                <a:ext cx="1186812" cy="1678314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F624A91-3C54-0D11-9653-9964C692D5B3}"/>
                </a:ext>
              </a:extLst>
            </p:cNvPr>
            <p:cNvSpPr txBox="1"/>
            <p:nvPr/>
          </p:nvSpPr>
          <p:spPr>
            <a:xfrm>
              <a:off x="3533353" y="4050774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E9EBD00-6DC5-4B56-AA69-5A7A74777F5A}"/>
                </a:ext>
              </a:extLst>
            </p:cNvPr>
            <p:cNvSpPr txBox="1"/>
            <p:nvPr/>
          </p:nvSpPr>
          <p:spPr>
            <a:xfrm>
              <a:off x="4157097" y="4050774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1237190-B625-AA37-3FF3-E94099419B1B}"/>
                </a:ext>
              </a:extLst>
            </p:cNvPr>
            <p:cNvSpPr txBox="1"/>
            <p:nvPr/>
          </p:nvSpPr>
          <p:spPr>
            <a:xfrm>
              <a:off x="4730715" y="4050774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3D14335-EC0F-8A22-D535-0D359203B184}"/>
                </a:ext>
              </a:extLst>
            </p:cNvPr>
            <p:cNvSpPr txBox="1"/>
            <p:nvPr/>
          </p:nvSpPr>
          <p:spPr>
            <a:xfrm>
              <a:off x="5349271" y="4050774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164EC66-E6B3-45A1-8375-C8A4EA1DA411}"/>
                </a:ext>
              </a:extLst>
            </p:cNvPr>
            <p:cNvSpPr txBox="1"/>
            <p:nvPr/>
          </p:nvSpPr>
          <p:spPr>
            <a:xfrm>
              <a:off x="5974369" y="4043908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866E7DC-2657-CFD3-2FA8-767AA9B8ACCA}"/>
                </a:ext>
              </a:extLst>
            </p:cNvPr>
            <p:cNvSpPr txBox="1"/>
            <p:nvPr/>
          </p:nvSpPr>
          <p:spPr>
            <a:xfrm>
              <a:off x="6547581" y="4043908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6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79C0928-A601-B1D8-1364-4EBEEF6363AF}"/>
                </a:ext>
              </a:extLst>
            </p:cNvPr>
            <p:cNvSpPr txBox="1"/>
            <p:nvPr/>
          </p:nvSpPr>
          <p:spPr>
            <a:xfrm>
              <a:off x="7110687" y="4050771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7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E714B2C-0EF8-7DA3-42CD-24DCD3079782}"/>
                </a:ext>
              </a:extLst>
            </p:cNvPr>
            <p:cNvSpPr txBox="1"/>
            <p:nvPr/>
          </p:nvSpPr>
          <p:spPr>
            <a:xfrm>
              <a:off x="7726563" y="4050771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8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32883EA-A8F7-15EF-FBEC-1582DE409E59}"/>
                </a:ext>
              </a:extLst>
            </p:cNvPr>
            <p:cNvSpPr txBox="1"/>
            <p:nvPr/>
          </p:nvSpPr>
          <p:spPr>
            <a:xfrm>
              <a:off x="8303053" y="4050771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9</a:t>
              </a:r>
            </a:p>
          </p:txBody>
        </p: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EC8A25C9-B9F4-A9E1-ED00-4B5FE3ECD6A4}"/>
              </a:ext>
            </a:extLst>
          </p:cNvPr>
          <p:cNvSpPr/>
          <p:nvPr/>
        </p:nvSpPr>
        <p:spPr>
          <a:xfrm>
            <a:off x="9204361" y="2207518"/>
            <a:ext cx="388882" cy="388882"/>
          </a:xfrm>
          <a:prstGeom prst="ellipse">
            <a:avLst/>
          </a:prstGeom>
          <a:solidFill>
            <a:srgbClr val="00D66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96F1710-AA2A-D3D6-7E1C-FEF322FC7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4100" y="1698413"/>
            <a:ext cx="3466665" cy="294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0AD945-AB7D-2A9E-D92A-7587A42F0A0B}"/>
              </a:ext>
            </a:extLst>
          </p:cNvPr>
          <p:cNvSpPr txBox="1"/>
          <p:nvPr/>
        </p:nvSpPr>
        <p:spPr>
          <a:xfrm>
            <a:off x="2034099" y="1698413"/>
            <a:ext cx="636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skerville" panose="02020502070401020303" pitchFamily="18" charset="0"/>
                <a:ea typeface="Baskerville" panose="02020502070401020303" pitchFamily="18" charset="0"/>
              </a:rPr>
              <a:t>(a)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3FA51-27C7-2DDF-1D39-ED993DDF69EC}"/>
              </a:ext>
            </a:extLst>
          </p:cNvPr>
          <p:cNvSpPr txBox="1"/>
          <p:nvPr/>
        </p:nvSpPr>
        <p:spPr>
          <a:xfrm>
            <a:off x="6178906" y="1698412"/>
            <a:ext cx="636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skerville" panose="02020502070401020303" pitchFamily="18" charset="0"/>
                <a:ea typeface="Baskerville" panose="02020502070401020303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36228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9DC3A4F-927A-1351-E503-A4D6C1D30D3D}"/>
              </a:ext>
            </a:extLst>
          </p:cNvPr>
          <p:cNvCxnSpPr>
            <a:cxnSpLocks/>
          </p:cNvCxnSpPr>
          <p:nvPr/>
        </p:nvCxnSpPr>
        <p:spPr>
          <a:xfrm flipH="1" flipV="1">
            <a:off x="5192721" y="3090362"/>
            <a:ext cx="1564913" cy="144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4067D8-14CC-980A-5FB7-3B75BE404299}"/>
              </a:ext>
            </a:extLst>
          </p:cNvPr>
          <p:cNvCxnSpPr>
            <a:cxnSpLocks/>
          </p:cNvCxnSpPr>
          <p:nvPr/>
        </p:nvCxnSpPr>
        <p:spPr>
          <a:xfrm flipH="1">
            <a:off x="5193186" y="2403929"/>
            <a:ext cx="1564448" cy="6772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8BC367-87F1-E6C5-982E-55E03E7EDF9C}"/>
              </a:ext>
            </a:extLst>
          </p:cNvPr>
          <p:cNvCxnSpPr>
            <a:cxnSpLocks/>
          </p:cNvCxnSpPr>
          <p:nvPr/>
        </p:nvCxnSpPr>
        <p:spPr>
          <a:xfrm flipH="1" flipV="1">
            <a:off x="5192488" y="3785949"/>
            <a:ext cx="1565146" cy="4919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A928DC-D9B7-872F-076E-3E1D1C2A7456}"/>
              </a:ext>
            </a:extLst>
          </p:cNvPr>
          <p:cNvCxnSpPr>
            <a:cxnSpLocks/>
          </p:cNvCxnSpPr>
          <p:nvPr/>
        </p:nvCxnSpPr>
        <p:spPr>
          <a:xfrm flipH="1" flipV="1">
            <a:off x="1487824" y="3090362"/>
            <a:ext cx="1564913" cy="144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A88EFC-58DD-E2D1-B32B-1E411235D0D4}"/>
              </a:ext>
            </a:extLst>
          </p:cNvPr>
          <p:cNvCxnSpPr>
            <a:cxnSpLocks/>
          </p:cNvCxnSpPr>
          <p:nvPr/>
        </p:nvCxnSpPr>
        <p:spPr>
          <a:xfrm flipH="1">
            <a:off x="1488289" y="2403929"/>
            <a:ext cx="1564448" cy="6772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531A05-BA06-DF83-BB56-B151D706377A}"/>
              </a:ext>
            </a:extLst>
          </p:cNvPr>
          <p:cNvCxnSpPr>
            <a:cxnSpLocks/>
          </p:cNvCxnSpPr>
          <p:nvPr/>
        </p:nvCxnSpPr>
        <p:spPr>
          <a:xfrm flipH="1">
            <a:off x="1487591" y="2403454"/>
            <a:ext cx="1565146" cy="13733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2B0BCF4-B32A-34F1-428C-04AFFEC4770C}"/>
              </a:ext>
            </a:extLst>
          </p:cNvPr>
          <p:cNvCxnSpPr>
            <a:cxnSpLocks/>
          </p:cNvCxnSpPr>
          <p:nvPr/>
        </p:nvCxnSpPr>
        <p:spPr>
          <a:xfrm flipH="1">
            <a:off x="1487591" y="3234322"/>
            <a:ext cx="1565146" cy="5516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2A6FF56-3904-41B7-2459-5FB4294CB023}"/>
              </a:ext>
            </a:extLst>
          </p:cNvPr>
          <p:cNvCxnSpPr>
            <a:cxnSpLocks/>
          </p:cNvCxnSpPr>
          <p:nvPr/>
        </p:nvCxnSpPr>
        <p:spPr>
          <a:xfrm flipH="1" flipV="1">
            <a:off x="1487591" y="3785949"/>
            <a:ext cx="1565146" cy="4919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E8B55D9B-E423-250B-87AB-1145E23AD553}"/>
              </a:ext>
            </a:extLst>
          </p:cNvPr>
          <p:cNvSpPr/>
          <p:nvPr/>
        </p:nvSpPr>
        <p:spPr>
          <a:xfrm>
            <a:off x="2858296" y="2209489"/>
            <a:ext cx="388882" cy="38888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C211B1-B8AC-8B16-219A-4C2249C76C0B}"/>
              </a:ext>
            </a:extLst>
          </p:cNvPr>
          <p:cNvSpPr/>
          <p:nvPr/>
        </p:nvSpPr>
        <p:spPr>
          <a:xfrm>
            <a:off x="1293848" y="2886766"/>
            <a:ext cx="388882" cy="388882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20036F-0DF9-A9F0-BFE5-7EF605BAE9DD}"/>
              </a:ext>
            </a:extLst>
          </p:cNvPr>
          <p:cNvSpPr/>
          <p:nvPr/>
        </p:nvSpPr>
        <p:spPr>
          <a:xfrm>
            <a:off x="1293848" y="3582353"/>
            <a:ext cx="388882" cy="388882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A28D46-EF6A-FD9F-3C53-08644169A84B}"/>
              </a:ext>
            </a:extLst>
          </p:cNvPr>
          <p:cNvSpPr/>
          <p:nvPr/>
        </p:nvSpPr>
        <p:spPr>
          <a:xfrm>
            <a:off x="2859227" y="3040118"/>
            <a:ext cx="388882" cy="38888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BB23C0-9A2C-E56C-A283-EC625370D3E5}"/>
              </a:ext>
            </a:extLst>
          </p:cNvPr>
          <p:cNvSpPr/>
          <p:nvPr/>
        </p:nvSpPr>
        <p:spPr>
          <a:xfrm>
            <a:off x="2858296" y="4065189"/>
            <a:ext cx="388882" cy="38888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159480-6B04-FC1B-5039-7A074E761994}"/>
              </a:ext>
            </a:extLst>
          </p:cNvPr>
          <p:cNvSpPr/>
          <p:nvPr/>
        </p:nvSpPr>
        <p:spPr>
          <a:xfrm>
            <a:off x="6563193" y="2209489"/>
            <a:ext cx="388882" cy="38888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10BDD57-9D3F-0071-95F6-4327B4D1FCF2}"/>
              </a:ext>
            </a:extLst>
          </p:cNvPr>
          <p:cNvSpPr/>
          <p:nvPr/>
        </p:nvSpPr>
        <p:spPr>
          <a:xfrm>
            <a:off x="4998745" y="2886766"/>
            <a:ext cx="388882" cy="388882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9F2327B-48CF-25D7-D55C-761DB294A105}"/>
              </a:ext>
            </a:extLst>
          </p:cNvPr>
          <p:cNvSpPr/>
          <p:nvPr/>
        </p:nvSpPr>
        <p:spPr>
          <a:xfrm>
            <a:off x="4998745" y="3582353"/>
            <a:ext cx="388882" cy="388882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4ABF0B-066A-4C47-8843-D0CACF622DD8}"/>
              </a:ext>
            </a:extLst>
          </p:cNvPr>
          <p:cNvSpPr/>
          <p:nvPr/>
        </p:nvSpPr>
        <p:spPr>
          <a:xfrm>
            <a:off x="6564124" y="3040118"/>
            <a:ext cx="388882" cy="38888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9089238-6D36-330F-2891-9999B20DB87E}"/>
              </a:ext>
            </a:extLst>
          </p:cNvPr>
          <p:cNvSpPr/>
          <p:nvPr/>
        </p:nvSpPr>
        <p:spPr>
          <a:xfrm>
            <a:off x="6563193" y="4065189"/>
            <a:ext cx="388882" cy="38888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44B898A-7DDF-4B3C-0F61-559EF3AA56D7}"/>
                  </a:ext>
                </a:extLst>
              </p:cNvPr>
              <p:cNvSpPr txBox="1"/>
              <p:nvPr/>
            </p:nvSpPr>
            <p:spPr>
              <a:xfrm>
                <a:off x="698016" y="4742466"/>
                <a:ext cx="3166311" cy="8179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44B898A-7DDF-4B3C-0F61-559EF3AA5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16" y="4742466"/>
                <a:ext cx="3166311" cy="817981"/>
              </a:xfrm>
              <a:prstGeom prst="rect">
                <a:avLst/>
              </a:prstGeom>
              <a:blipFill>
                <a:blip r:embed="rId2"/>
                <a:stretch>
                  <a:fillRect l="-1600" t="-153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9610F15-811B-6696-2D12-D4811AD188E7}"/>
                  </a:ext>
                </a:extLst>
              </p:cNvPr>
              <p:cNvSpPr txBox="1"/>
              <p:nvPr/>
            </p:nvSpPr>
            <p:spPr>
              <a:xfrm>
                <a:off x="4391905" y="4739823"/>
                <a:ext cx="3166311" cy="8211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9610F15-811B-6696-2D12-D4811AD18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905" y="4739823"/>
                <a:ext cx="3166311" cy="821187"/>
              </a:xfrm>
              <a:prstGeom prst="rect">
                <a:avLst/>
              </a:prstGeom>
              <a:blipFill>
                <a:blip r:embed="rId3"/>
                <a:stretch>
                  <a:fillRect l="-1195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EAFC2B9-2BB2-2EAC-BC74-3FCE0B117093}"/>
                  </a:ext>
                </a:extLst>
              </p:cNvPr>
              <p:cNvSpPr txBox="1"/>
              <p:nvPr/>
            </p:nvSpPr>
            <p:spPr>
              <a:xfrm>
                <a:off x="3864327" y="3090124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EAFC2B9-2BB2-2EAC-BC74-3FCE0B117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327" y="3090124"/>
                <a:ext cx="399148" cy="492443"/>
              </a:xfrm>
              <a:prstGeom prst="rect">
                <a:avLst/>
              </a:prstGeom>
              <a:blipFill>
                <a:blip r:embed="rId4"/>
                <a:stretch>
                  <a:fillRect l="-18750" r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95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841DDC7-DAB7-7A99-3E9F-8F9A976CA846}"/>
              </a:ext>
            </a:extLst>
          </p:cNvPr>
          <p:cNvGrpSpPr/>
          <p:nvPr/>
        </p:nvGrpSpPr>
        <p:grpSpPr>
          <a:xfrm>
            <a:off x="6629336" y="1812437"/>
            <a:ext cx="1232267" cy="1912886"/>
            <a:chOff x="4305414" y="1775194"/>
            <a:chExt cx="1232267" cy="1912886"/>
          </a:xfrm>
        </p:grpSpPr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E51E89AD-952E-504C-280F-19A2875FA1B8}"/>
                </a:ext>
              </a:extLst>
            </p:cNvPr>
            <p:cNvSpPr/>
            <p:nvPr/>
          </p:nvSpPr>
          <p:spPr>
            <a:xfrm>
              <a:off x="4305414" y="1783080"/>
              <a:ext cx="609486" cy="1889760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D481E52E-4D14-FD12-AAE9-1BD5E86E2D7C}"/>
                </a:ext>
              </a:extLst>
            </p:cNvPr>
            <p:cNvSpPr/>
            <p:nvPr/>
          </p:nvSpPr>
          <p:spPr>
            <a:xfrm>
              <a:off x="4914900" y="1783080"/>
              <a:ext cx="228643" cy="1905000"/>
            </a:xfrm>
            <a:custGeom>
              <a:avLst/>
              <a:gdLst>
                <a:gd name="connsiteX0" fmla="*/ 0 w 228643"/>
                <a:gd name="connsiteY0" fmla="*/ 0 h 1905000"/>
                <a:gd name="connsiteX1" fmla="*/ 228600 w 228643"/>
                <a:gd name="connsiteY1" fmla="*/ 990600 h 1905000"/>
                <a:gd name="connsiteX2" fmla="*/ 15240 w 228643"/>
                <a:gd name="connsiteY2" fmla="*/ 19050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43" h="1905000">
                  <a:moveTo>
                    <a:pt x="0" y="0"/>
                  </a:moveTo>
                  <a:cubicBezTo>
                    <a:pt x="113030" y="336550"/>
                    <a:pt x="226060" y="673100"/>
                    <a:pt x="228600" y="990600"/>
                  </a:cubicBezTo>
                  <a:cubicBezTo>
                    <a:pt x="231140" y="1308100"/>
                    <a:pt x="123190" y="1606550"/>
                    <a:pt x="15240" y="190500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F1FAF76C-9530-0E41-883D-6D14CE7FB3E4}"/>
                </a:ext>
              </a:extLst>
            </p:cNvPr>
            <p:cNvSpPr/>
            <p:nvPr/>
          </p:nvSpPr>
          <p:spPr>
            <a:xfrm flipH="1">
              <a:off x="4914898" y="1775194"/>
              <a:ext cx="622783" cy="1603357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14C1815-FBB1-8608-AEF2-09921A094E4F}"/>
              </a:ext>
            </a:extLst>
          </p:cNvPr>
          <p:cNvCxnSpPr>
            <a:cxnSpLocks/>
          </p:cNvCxnSpPr>
          <p:nvPr/>
        </p:nvCxnSpPr>
        <p:spPr>
          <a:xfrm>
            <a:off x="9564413" y="3264925"/>
            <a:ext cx="12145" cy="40966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6DF1966-869C-9BBC-7ECE-CA186DF81BFB}"/>
              </a:ext>
            </a:extLst>
          </p:cNvPr>
          <p:cNvGrpSpPr/>
          <p:nvPr/>
        </p:nvGrpSpPr>
        <p:grpSpPr>
          <a:xfrm>
            <a:off x="2211693" y="1796553"/>
            <a:ext cx="1039394" cy="1912886"/>
            <a:chOff x="4498288" y="1775194"/>
            <a:chExt cx="1039394" cy="1912886"/>
          </a:xfrm>
        </p:grpSpPr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465329E5-017E-7694-3249-2C655EA0F8F5}"/>
                </a:ext>
              </a:extLst>
            </p:cNvPr>
            <p:cNvSpPr/>
            <p:nvPr/>
          </p:nvSpPr>
          <p:spPr>
            <a:xfrm>
              <a:off x="4498288" y="1783080"/>
              <a:ext cx="416612" cy="1424863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00750082-9058-7316-60D6-0FB9F4C7F028}"/>
                </a:ext>
              </a:extLst>
            </p:cNvPr>
            <p:cNvSpPr/>
            <p:nvPr/>
          </p:nvSpPr>
          <p:spPr>
            <a:xfrm>
              <a:off x="4914900" y="1783080"/>
              <a:ext cx="228643" cy="1905000"/>
            </a:xfrm>
            <a:custGeom>
              <a:avLst/>
              <a:gdLst>
                <a:gd name="connsiteX0" fmla="*/ 0 w 228643"/>
                <a:gd name="connsiteY0" fmla="*/ 0 h 1905000"/>
                <a:gd name="connsiteX1" fmla="*/ 228600 w 228643"/>
                <a:gd name="connsiteY1" fmla="*/ 990600 h 1905000"/>
                <a:gd name="connsiteX2" fmla="*/ 15240 w 228643"/>
                <a:gd name="connsiteY2" fmla="*/ 19050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43" h="1905000">
                  <a:moveTo>
                    <a:pt x="0" y="0"/>
                  </a:moveTo>
                  <a:cubicBezTo>
                    <a:pt x="113030" y="336550"/>
                    <a:pt x="226060" y="673100"/>
                    <a:pt x="228600" y="990600"/>
                  </a:cubicBezTo>
                  <a:cubicBezTo>
                    <a:pt x="231140" y="1308100"/>
                    <a:pt x="123190" y="1606550"/>
                    <a:pt x="15240" y="190500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E8E5ECA0-FB7C-675E-BF23-F14F021AFA8E}"/>
                </a:ext>
              </a:extLst>
            </p:cNvPr>
            <p:cNvSpPr/>
            <p:nvPr/>
          </p:nvSpPr>
          <p:spPr>
            <a:xfrm flipH="1">
              <a:off x="4914899" y="1775194"/>
              <a:ext cx="622783" cy="1889760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403F7A5-C737-0AB0-6638-F84BF32037CE}"/>
              </a:ext>
            </a:extLst>
          </p:cNvPr>
          <p:cNvGrpSpPr/>
          <p:nvPr/>
        </p:nvGrpSpPr>
        <p:grpSpPr>
          <a:xfrm>
            <a:off x="4305414" y="1775194"/>
            <a:ext cx="1232268" cy="1912886"/>
            <a:chOff x="4305414" y="1775194"/>
            <a:chExt cx="1232268" cy="1912886"/>
          </a:xfrm>
        </p:grpSpPr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E7776B5E-C1D3-C75F-3FD7-DCF8C3432AE6}"/>
                </a:ext>
              </a:extLst>
            </p:cNvPr>
            <p:cNvSpPr/>
            <p:nvPr/>
          </p:nvSpPr>
          <p:spPr>
            <a:xfrm>
              <a:off x="4305414" y="1783080"/>
              <a:ext cx="609486" cy="1889760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9A132C01-8943-2CBE-0CB5-D33DD44138F1}"/>
                </a:ext>
              </a:extLst>
            </p:cNvPr>
            <p:cNvSpPr/>
            <p:nvPr/>
          </p:nvSpPr>
          <p:spPr>
            <a:xfrm>
              <a:off x="4914900" y="1783080"/>
              <a:ext cx="228643" cy="1905000"/>
            </a:xfrm>
            <a:custGeom>
              <a:avLst/>
              <a:gdLst>
                <a:gd name="connsiteX0" fmla="*/ 0 w 228643"/>
                <a:gd name="connsiteY0" fmla="*/ 0 h 1905000"/>
                <a:gd name="connsiteX1" fmla="*/ 228600 w 228643"/>
                <a:gd name="connsiteY1" fmla="*/ 990600 h 1905000"/>
                <a:gd name="connsiteX2" fmla="*/ 15240 w 228643"/>
                <a:gd name="connsiteY2" fmla="*/ 19050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43" h="1905000">
                  <a:moveTo>
                    <a:pt x="0" y="0"/>
                  </a:moveTo>
                  <a:cubicBezTo>
                    <a:pt x="113030" y="336550"/>
                    <a:pt x="226060" y="673100"/>
                    <a:pt x="228600" y="990600"/>
                  </a:cubicBezTo>
                  <a:cubicBezTo>
                    <a:pt x="231140" y="1308100"/>
                    <a:pt x="123190" y="1606550"/>
                    <a:pt x="15240" y="190500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481CE124-A16D-8D23-52E2-DE0B0C220A65}"/>
                </a:ext>
              </a:extLst>
            </p:cNvPr>
            <p:cNvSpPr/>
            <p:nvPr/>
          </p:nvSpPr>
          <p:spPr>
            <a:xfrm flipH="1">
              <a:off x="4914899" y="1775194"/>
              <a:ext cx="622783" cy="1889760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CFDD7E9-8E59-2191-C38C-FEF1395DCD92}"/>
              </a:ext>
            </a:extLst>
          </p:cNvPr>
          <p:cNvCxnSpPr>
            <a:cxnSpLocks/>
          </p:cNvCxnSpPr>
          <p:nvPr/>
        </p:nvCxnSpPr>
        <p:spPr>
          <a:xfrm flipH="1">
            <a:off x="6054695" y="2737731"/>
            <a:ext cx="1159923" cy="92969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0388C97-E715-F72F-C767-E3C4A38EDAA1}"/>
              </a:ext>
            </a:extLst>
          </p:cNvPr>
          <p:cNvCxnSpPr>
            <a:cxnSpLocks/>
          </p:cNvCxnSpPr>
          <p:nvPr/>
        </p:nvCxnSpPr>
        <p:spPr>
          <a:xfrm flipH="1">
            <a:off x="6637284" y="2737474"/>
            <a:ext cx="577334" cy="93711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CC2377B-2D69-9C6E-4D5C-2EB45B11D15D}"/>
              </a:ext>
            </a:extLst>
          </p:cNvPr>
          <p:cNvCxnSpPr>
            <a:cxnSpLocks/>
          </p:cNvCxnSpPr>
          <p:nvPr/>
        </p:nvCxnSpPr>
        <p:spPr>
          <a:xfrm flipH="1">
            <a:off x="7210098" y="2737217"/>
            <a:ext cx="15087" cy="93737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95ECB8C-9141-519B-9933-E20C8061A497}"/>
              </a:ext>
            </a:extLst>
          </p:cNvPr>
          <p:cNvCxnSpPr>
            <a:cxnSpLocks/>
          </p:cNvCxnSpPr>
          <p:nvPr/>
        </p:nvCxnSpPr>
        <p:spPr>
          <a:xfrm>
            <a:off x="7217641" y="2737217"/>
            <a:ext cx="281489" cy="69178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5F5B4C0-A504-C8C1-214D-9259D171CFAB}"/>
              </a:ext>
            </a:extLst>
          </p:cNvPr>
          <p:cNvCxnSpPr>
            <a:cxnSpLocks/>
          </p:cNvCxnSpPr>
          <p:nvPr/>
        </p:nvCxnSpPr>
        <p:spPr>
          <a:xfrm>
            <a:off x="7211603" y="2752996"/>
            <a:ext cx="433776" cy="61068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73AD22B-6453-6E07-7242-D55F1960FBA4}"/>
              </a:ext>
            </a:extLst>
          </p:cNvPr>
          <p:cNvCxnSpPr>
            <a:cxnSpLocks/>
          </p:cNvCxnSpPr>
          <p:nvPr/>
        </p:nvCxnSpPr>
        <p:spPr>
          <a:xfrm flipH="1">
            <a:off x="4362318" y="2741014"/>
            <a:ext cx="586445" cy="92721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A5927A4-68F2-1C0C-8105-33FA1D8E009D}"/>
              </a:ext>
            </a:extLst>
          </p:cNvPr>
          <p:cNvCxnSpPr>
            <a:cxnSpLocks/>
          </p:cNvCxnSpPr>
          <p:nvPr/>
        </p:nvCxnSpPr>
        <p:spPr>
          <a:xfrm flipH="1">
            <a:off x="3763439" y="2743200"/>
            <a:ext cx="1155404" cy="92503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3E20D69-A8AA-0258-2F06-EFF2A2FFE9FF}"/>
              </a:ext>
            </a:extLst>
          </p:cNvPr>
          <p:cNvCxnSpPr>
            <a:cxnSpLocks/>
          </p:cNvCxnSpPr>
          <p:nvPr/>
        </p:nvCxnSpPr>
        <p:spPr>
          <a:xfrm flipH="1">
            <a:off x="4918843" y="2739921"/>
            <a:ext cx="9775" cy="92831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AF789CA-45F2-9B3F-D304-98BACC2429C8}"/>
              </a:ext>
            </a:extLst>
          </p:cNvPr>
          <p:cNvCxnSpPr>
            <a:cxnSpLocks/>
          </p:cNvCxnSpPr>
          <p:nvPr/>
        </p:nvCxnSpPr>
        <p:spPr>
          <a:xfrm>
            <a:off x="4948763" y="2739375"/>
            <a:ext cx="559183" cy="92885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6BF1EB-0C58-E635-61E0-39D759F9B525}"/>
              </a:ext>
            </a:extLst>
          </p:cNvPr>
          <p:cNvCxnSpPr>
            <a:cxnSpLocks/>
          </p:cNvCxnSpPr>
          <p:nvPr/>
        </p:nvCxnSpPr>
        <p:spPr>
          <a:xfrm>
            <a:off x="4909067" y="2739921"/>
            <a:ext cx="1186933" cy="92776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4998918-8EB6-A870-55B6-C7374E9603C6}"/>
              </a:ext>
            </a:extLst>
          </p:cNvPr>
          <p:cNvCxnSpPr>
            <a:cxnSpLocks/>
          </p:cNvCxnSpPr>
          <p:nvPr/>
        </p:nvCxnSpPr>
        <p:spPr>
          <a:xfrm>
            <a:off x="2659116" y="2738827"/>
            <a:ext cx="1123874" cy="92885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0F9216E-CA0A-FB8F-21D9-85F333F20E2F}"/>
              </a:ext>
            </a:extLst>
          </p:cNvPr>
          <p:cNvCxnSpPr>
            <a:cxnSpLocks/>
          </p:cNvCxnSpPr>
          <p:nvPr/>
        </p:nvCxnSpPr>
        <p:spPr>
          <a:xfrm>
            <a:off x="2649131" y="2738279"/>
            <a:ext cx="565928" cy="92940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A3E6EDE-7EB5-4917-8B2F-B3DD0C285EFF}"/>
              </a:ext>
            </a:extLst>
          </p:cNvPr>
          <p:cNvCxnSpPr>
            <a:cxnSpLocks/>
          </p:cNvCxnSpPr>
          <p:nvPr/>
        </p:nvCxnSpPr>
        <p:spPr>
          <a:xfrm flipH="1">
            <a:off x="2627587" y="2737731"/>
            <a:ext cx="8104" cy="92969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DF03D24-4447-71C8-32E2-E6F77E9F18F1}"/>
              </a:ext>
            </a:extLst>
          </p:cNvPr>
          <p:cNvCxnSpPr>
            <a:cxnSpLocks/>
          </p:cNvCxnSpPr>
          <p:nvPr/>
        </p:nvCxnSpPr>
        <p:spPr>
          <a:xfrm flipH="1">
            <a:off x="2303796" y="2730513"/>
            <a:ext cx="335947" cy="49879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10D3C81-444A-369A-CEFF-08899C8E176A}"/>
              </a:ext>
            </a:extLst>
          </p:cNvPr>
          <p:cNvCxnSpPr>
            <a:cxnSpLocks/>
          </p:cNvCxnSpPr>
          <p:nvPr/>
        </p:nvCxnSpPr>
        <p:spPr>
          <a:xfrm flipH="1">
            <a:off x="2007000" y="2737731"/>
            <a:ext cx="628605" cy="44529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E034584-CE39-51E2-6E2F-7C3FD11DD286}"/>
              </a:ext>
            </a:extLst>
          </p:cNvPr>
          <p:cNvCxnSpPr>
            <a:cxnSpLocks/>
          </p:cNvCxnSpPr>
          <p:nvPr/>
        </p:nvCxnSpPr>
        <p:spPr>
          <a:xfrm flipH="1">
            <a:off x="9564413" y="3352198"/>
            <a:ext cx="165262" cy="3223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A4B35AE-E6CC-BDA2-124F-381B805112BE}"/>
              </a:ext>
            </a:extLst>
          </p:cNvPr>
          <p:cNvCxnSpPr>
            <a:cxnSpLocks/>
          </p:cNvCxnSpPr>
          <p:nvPr/>
        </p:nvCxnSpPr>
        <p:spPr>
          <a:xfrm flipH="1">
            <a:off x="8991599" y="3315228"/>
            <a:ext cx="242356" cy="3304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A4E00199-756F-1644-07EE-7BB23A4269BC}"/>
              </a:ext>
            </a:extLst>
          </p:cNvPr>
          <p:cNvSpPr/>
          <p:nvPr/>
        </p:nvSpPr>
        <p:spPr>
          <a:xfrm>
            <a:off x="2480442" y="3523592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2D2EDD6-FCF8-4E11-F5CD-8D1CF2B61120}"/>
              </a:ext>
            </a:extLst>
          </p:cNvPr>
          <p:cNvSpPr/>
          <p:nvPr/>
        </p:nvSpPr>
        <p:spPr>
          <a:xfrm>
            <a:off x="3053256" y="3523591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862FC07-EC67-AB37-2C8D-87BA45BA8121}"/>
              </a:ext>
            </a:extLst>
          </p:cNvPr>
          <p:cNvSpPr/>
          <p:nvPr/>
        </p:nvSpPr>
        <p:spPr>
          <a:xfrm>
            <a:off x="3626070" y="3515705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F9D8816-5763-B8AA-D99C-82A196A8299B}"/>
              </a:ext>
            </a:extLst>
          </p:cNvPr>
          <p:cNvSpPr/>
          <p:nvPr/>
        </p:nvSpPr>
        <p:spPr>
          <a:xfrm>
            <a:off x="4198884" y="3515704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18CE333-19BF-5534-0FD3-9B038BF8E084}"/>
                  </a:ext>
                </a:extLst>
              </p:cNvPr>
              <p:cNvSpPr/>
              <p:nvPr/>
            </p:nvSpPr>
            <p:spPr>
              <a:xfrm>
                <a:off x="4771698" y="3518329"/>
                <a:ext cx="294289" cy="294289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18CE333-19BF-5534-0FD3-9B038BF8E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698" y="3518329"/>
                <a:ext cx="294289" cy="294289"/>
              </a:xfrm>
              <a:prstGeom prst="ellipse">
                <a:avLst/>
              </a:prstGeom>
              <a:blipFill>
                <a:blip r:embed="rId2"/>
                <a:stretch>
                  <a:fillRect l="-22222" b="-2692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1940FCD4-5F3F-D285-96B5-A4668E363C68}"/>
              </a:ext>
            </a:extLst>
          </p:cNvPr>
          <p:cNvSpPr/>
          <p:nvPr/>
        </p:nvSpPr>
        <p:spPr>
          <a:xfrm>
            <a:off x="5344512" y="3518328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C17DEF-E37F-C919-39B7-24829061D2B5}"/>
              </a:ext>
            </a:extLst>
          </p:cNvPr>
          <p:cNvSpPr/>
          <p:nvPr/>
        </p:nvSpPr>
        <p:spPr>
          <a:xfrm>
            <a:off x="5917326" y="3510442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FF6BC3-EC8D-84C7-8055-BBA1C8513E31}"/>
              </a:ext>
            </a:extLst>
          </p:cNvPr>
          <p:cNvSpPr/>
          <p:nvPr/>
        </p:nvSpPr>
        <p:spPr>
          <a:xfrm>
            <a:off x="6490140" y="3510441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9836EB-5E90-98CA-A303-FA1B22246BE1}"/>
              </a:ext>
            </a:extLst>
          </p:cNvPr>
          <p:cNvSpPr/>
          <p:nvPr/>
        </p:nvSpPr>
        <p:spPr>
          <a:xfrm>
            <a:off x="7057700" y="3513067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645CB35-44E7-C850-2505-32967F1366D0}"/>
              </a:ext>
            </a:extLst>
          </p:cNvPr>
          <p:cNvSpPr/>
          <p:nvPr/>
        </p:nvSpPr>
        <p:spPr>
          <a:xfrm>
            <a:off x="8271643" y="3513066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61D5ED-6154-9E0D-A450-3B628236C9D0}"/>
              </a:ext>
            </a:extLst>
          </p:cNvPr>
          <p:cNvSpPr/>
          <p:nvPr/>
        </p:nvSpPr>
        <p:spPr>
          <a:xfrm>
            <a:off x="8844457" y="3505180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5FB2F-E851-D663-3F18-F231A32C277C}"/>
              </a:ext>
            </a:extLst>
          </p:cNvPr>
          <p:cNvSpPr/>
          <p:nvPr/>
        </p:nvSpPr>
        <p:spPr>
          <a:xfrm>
            <a:off x="9417271" y="3505179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DED7842-F290-3338-2FBE-BDD51A461508}"/>
                  </a:ext>
                </a:extLst>
              </p:cNvPr>
              <p:cNvSpPr txBox="1"/>
              <p:nvPr/>
            </p:nvSpPr>
            <p:spPr>
              <a:xfrm>
                <a:off x="7555643" y="3406101"/>
                <a:ext cx="44403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DED7842-F290-3338-2FBE-BDD51A461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643" y="3406101"/>
                <a:ext cx="444031" cy="492443"/>
              </a:xfrm>
              <a:prstGeom prst="rect">
                <a:avLst/>
              </a:prstGeom>
              <a:blipFill>
                <a:blip r:embed="rId3"/>
                <a:stretch>
                  <a:fillRect l="-5556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68EA4947-57A2-BB80-49BF-873AC98BCA0E}"/>
              </a:ext>
            </a:extLst>
          </p:cNvPr>
          <p:cNvSpPr/>
          <p:nvPr/>
        </p:nvSpPr>
        <p:spPr>
          <a:xfrm>
            <a:off x="2480442" y="2594443"/>
            <a:ext cx="294289" cy="294289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9B1F550-4EEE-632B-0B36-327B72D34732}"/>
              </a:ext>
            </a:extLst>
          </p:cNvPr>
          <p:cNvSpPr/>
          <p:nvPr/>
        </p:nvSpPr>
        <p:spPr>
          <a:xfrm>
            <a:off x="4771698" y="2594443"/>
            <a:ext cx="294289" cy="294289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74D975A-DEC2-65C3-102C-271D50D32CCC}"/>
              </a:ext>
            </a:extLst>
          </p:cNvPr>
          <p:cNvSpPr/>
          <p:nvPr/>
        </p:nvSpPr>
        <p:spPr>
          <a:xfrm>
            <a:off x="2480442" y="1665294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998EE7E-7152-294E-D97D-B74E6B9A8F6D}"/>
              </a:ext>
            </a:extLst>
          </p:cNvPr>
          <p:cNvSpPr/>
          <p:nvPr/>
        </p:nvSpPr>
        <p:spPr>
          <a:xfrm>
            <a:off x="4771698" y="1660031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2522AD-5FB5-4634-CF7F-F28E341E4832}"/>
              </a:ext>
            </a:extLst>
          </p:cNvPr>
          <p:cNvSpPr/>
          <p:nvPr/>
        </p:nvSpPr>
        <p:spPr>
          <a:xfrm>
            <a:off x="7057700" y="1654769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44E1BA-933B-066E-509E-193F23598D51}"/>
              </a:ext>
            </a:extLst>
          </p:cNvPr>
          <p:cNvSpPr/>
          <p:nvPr/>
        </p:nvSpPr>
        <p:spPr>
          <a:xfrm>
            <a:off x="7057699" y="2594442"/>
            <a:ext cx="294289" cy="294289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1225D1C-C47D-69B0-0C47-8E7C2727E7F7}"/>
              </a:ext>
            </a:extLst>
          </p:cNvPr>
          <p:cNvCxnSpPr>
            <a:cxnSpLocks/>
            <a:stCxn id="31" idx="4"/>
            <a:endCxn id="29" idx="0"/>
          </p:cNvCxnSpPr>
          <p:nvPr/>
        </p:nvCxnSpPr>
        <p:spPr>
          <a:xfrm>
            <a:off x="2627587" y="1959583"/>
            <a:ext cx="0" cy="6348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89EABD6-574E-CA30-8733-4411017D594B}"/>
              </a:ext>
            </a:extLst>
          </p:cNvPr>
          <p:cNvCxnSpPr>
            <a:cxnSpLocks/>
            <a:stCxn id="32" idx="4"/>
            <a:endCxn id="30" idx="0"/>
          </p:cNvCxnSpPr>
          <p:nvPr/>
        </p:nvCxnSpPr>
        <p:spPr>
          <a:xfrm>
            <a:off x="4918843" y="1954320"/>
            <a:ext cx="0" cy="6401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574DF63-AD50-19EE-9666-507780D0FBFE}"/>
              </a:ext>
            </a:extLst>
          </p:cNvPr>
          <p:cNvCxnSpPr>
            <a:cxnSpLocks/>
            <a:stCxn id="33" idx="4"/>
            <a:endCxn id="34" idx="0"/>
          </p:cNvCxnSpPr>
          <p:nvPr/>
        </p:nvCxnSpPr>
        <p:spPr>
          <a:xfrm flipH="1">
            <a:off x="7204844" y="1949058"/>
            <a:ext cx="1" cy="645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EC75E5AE-9AB5-97F2-43DF-21FF30140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31" y="2625226"/>
            <a:ext cx="223411" cy="2327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3133B7A-3796-E8D7-C8C1-64E7254B1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491" y="1686769"/>
            <a:ext cx="242028" cy="25133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B3A857A-C62C-F3CC-1B9A-0F9C0E7A59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758" y="3545066"/>
            <a:ext cx="251337" cy="260646"/>
          </a:xfrm>
          <a:prstGeom prst="rect">
            <a:avLst/>
          </a:prstGeom>
        </p:spPr>
      </p:pic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9C9122E-30BB-A65C-6B1A-AA89E6212C0F}"/>
              </a:ext>
            </a:extLst>
          </p:cNvPr>
          <p:cNvCxnSpPr>
            <a:cxnSpLocks/>
          </p:cNvCxnSpPr>
          <p:nvPr/>
        </p:nvCxnSpPr>
        <p:spPr>
          <a:xfrm flipH="1">
            <a:off x="2130210" y="3219991"/>
            <a:ext cx="178089" cy="264414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2083402-BEE3-F9C3-395F-5B3174C23923}"/>
              </a:ext>
            </a:extLst>
          </p:cNvPr>
          <p:cNvCxnSpPr>
            <a:cxnSpLocks/>
          </p:cNvCxnSpPr>
          <p:nvPr/>
        </p:nvCxnSpPr>
        <p:spPr>
          <a:xfrm flipH="1">
            <a:off x="1714316" y="3183021"/>
            <a:ext cx="298670" cy="223080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7142014-BDFB-B6EB-AF8E-8438D7FD0311}"/>
              </a:ext>
            </a:extLst>
          </p:cNvPr>
          <p:cNvCxnSpPr>
            <a:cxnSpLocks/>
          </p:cNvCxnSpPr>
          <p:nvPr/>
        </p:nvCxnSpPr>
        <p:spPr>
          <a:xfrm flipH="1">
            <a:off x="9727267" y="3050814"/>
            <a:ext cx="160937" cy="312871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14A51CD-5BAB-047B-F131-2D893252526F}"/>
              </a:ext>
            </a:extLst>
          </p:cNvPr>
          <p:cNvCxnSpPr>
            <a:cxnSpLocks/>
          </p:cNvCxnSpPr>
          <p:nvPr/>
        </p:nvCxnSpPr>
        <p:spPr>
          <a:xfrm flipH="1">
            <a:off x="9222263" y="3066414"/>
            <a:ext cx="178089" cy="264414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9F1E4EF-3E10-2907-08F3-DE3C3215DED2}"/>
              </a:ext>
            </a:extLst>
          </p:cNvPr>
          <p:cNvCxnSpPr>
            <a:cxnSpLocks/>
            <a:stCxn id="133" idx="2"/>
          </p:cNvCxnSpPr>
          <p:nvPr/>
        </p:nvCxnSpPr>
        <p:spPr>
          <a:xfrm>
            <a:off x="2237658" y="3229302"/>
            <a:ext cx="36848" cy="399397"/>
          </a:xfrm>
          <a:prstGeom prst="line">
            <a:avLst/>
          </a:prstGeom>
          <a:ln w="28575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BDB6F8A-5DE7-8B81-5BA5-DE3AD525508A}"/>
              </a:ext>
            </a:extLst>
          </p:cNvPr>
          <p:cNvCxnSpPr>
            <a:cxnSpLocks/>
          </p:cNvCxnSpPr>
          <p:nvPr/>
        </p:nvCxnSpPr>
        <p:spPr>
          <a:xfrm>
            <a:off x="9524445" y="2883409"/>
            <a:ext cx="36848" cy="399397"/>
          </a:xfrm>
          <a:prstGeom prst="line">
            <a:avLst/>
          </a:prstGeom>
          <a:ln w="28575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urved Connector 148">
            <a:extLst>
              <a:ext uri="{FF2B5EF4-FFF2-40B4-BE49-F238E27FC236}">
                <a16:creationId xmlns:a16="http://schemas.microsoft.com/office/drawing/2014/main" id="{B3E560E2-0E0E-349D-3927-D9994EAAE004}"/>
              </a:ext>
            </a:extLst>
          </p:cNvPr>
          <p:cNvCxnSpPr>
            <a:cxnSpLocks/>
            <a:stCxn id="15" idx="4"/>
            <a:endCxn id="16" idx="4"/>
          </p:cNvCxnSpPr>
          <p:nvPr/>
        </p:nvCxnSpPr>
        <p:spPr>
          <a:xfrm rot="16200000" flipH="1">
            <a:off x="4631124" y="3524898"/>
            <a:ext cx="2625" cy="572814"/>
          </a:xfrm>
          <a:prstGeom prst="curvedConnector3">
            <a:avLst>
              <a:gd name="adj1" fmla="val 8808571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urved Connector 149">
            <a:extLst>
              <a:ext uri="{FF2B5EF4-FFF2-40B4-BE49-F238E27FC236}">
                <a16:creationId xmlns:a16="http://schemas.microsoft.com/office/drawing/2014/main" id="{124434D5-29A7-7AAF-6747-E0E32A6230D7}"/>
              </a:ext>
            </a:extLst>
          </p:cNvPr>
          <p:cNvCxnSpPr>
            <a:cxnSpLocks/>
            <a:stCxn id="16" idx="4"/>
            <a:endCxn id="17" idx="4"/>
          </p:cNvCxnSpPr>
          <p:nvPr/>
        </p:nvCxnSpPr>
        <p:spPr>
          <a:xfrm rot="5400000" flipH="1" flipV="1">
            <a:off x="5205249" y="3526211"/>
            <a:ext cx="1" cy="572814"/>
          </a:xfrm>
          <a:prstGeom prst="curvedConnector3">
            <a:avLst>
              <a:gd name="adj1" fmla="val -2286000000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154">
            <a:extLst>
              <a:ext uri="{FF2B5EF4-FFF2-40B4-BE49-F238E27FC236}">
                <a16:creationId xmlns:a16="http://schemas.microsoft.com/office/drawing/2014/main" id="{AC0B01A8-3EA7-5FB0-27AD-F72BD19EAF81}"/>
              </a:ext>
            </a:extLst>
          </p:cNvPr>
          <p:cNvCxnSpPr>
            <a:cxnSpLocks/>
            <a:stCxn id="16" idx="4"/>
            <a:endCxn id="18" idx="4"/>
          </p:cNvCxnSpPr>
          <p:nvPr/>
        </p:nvCxnSpPr>
        <p:spPr>
          <a:xfrm rot="5400000" flipH="1" flipV="1">
            <a:off x="5487713" y="3235861"/>
            <a:ext cx="7887" cy="1145628"/>
          </a:xfrm>
          <a:prstGeom prst="curvedConnector3">
            <a:avLst>
              <a:gd name="adj1" fmla="val -289844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urved Connector 157">
            <a:extLst>
              <a:ext uri="{FF2B5EF4-FFF2-40B4-BE49-F238E27FC236}">
                <a16:creationId xmlns:a16="http://schemas.microsoft.com/office/drawing/2014/main" id="{B6653AA4-0EA3-C193-5F6B-2884361325CE}"/>
              </a:ext>
            </a:extLst>
          </p:cNvPr>
          <p:cNvCxnSpPr>
            <a:cxnSpLocks/>
            <a:stCxn id="16" idx="4"/>
            <a:endCxn id="14" idx="4"/>
          </p:cNvCxnSpPr>
          <p:nvPr/>
        </p:nvCxnSpPr>
        <p:spPr>
          <a:xfrm rot="5400000" flipH="1">
            <a:off x="4344717" y="3238492"/>
            <a:ext cx="2624" cy="1145628"/>
          </a:xfrm>
          <a:prstGeom prst="curvedConnector3">
            <a:avLst>
              <a:gd name="adj1" fmla="val -87118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urved Connector 160">
            <a:extLst>
              <a:ext uri="{FF2B5EF4-FFF2-40B4-BE49-F238E27FC236}">
                <a16:creationId xmlns:a16="http://schemas.microsoft.com/office/drawing/2014/main" id="{6D526BD0-AE8F-E86D-B55A-BF083A26716E}"/>
              </a:ext>
            </a:extLst>
          </p:cNvPr>
          <p:cNvCxnSpPr>
            <a:cxnSpLocks/>
            <a:stCxn id="16" idx="4"/>
            <a:endCxn id="13" idx="4"/>
          </p:cNvCxnSpPr>
          <p:nvPr/>
        </p:nvCxnSpPr>
        <p:spPr>
          <a:xfrm rot="5400000">
            <a:off x="4056991" y="2956028"/>
            <a:ext cx="5262" cy="1718442"/>
          </a:xfrm>
          <a:prstGeom prst="curvedConnector3">
            <a:avLst>
              <a:gd name="adj1" fmla="val 4444356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urved Connector 163">
            <a:extLst>
              <a:ext uri="{FF2B5EF4-FFF2-40B4-BE49-F238E27FC236}">
                <a16:creationId xmlns:a16="http://schemas.microsoft.com/office/drawing/2014/main" id="{615E60DC-8438-1247-8AE2-C2979992EE97}"/>
              </a:ext>
            </a:extLst>
          </p:cNvPr>
          <p:cNvCxnSpPr>
            <a:cxnSpLocks/>
            <a:stCxn id="16" idx="4"/>
            <a:endCxn id="19" idx="4"/>
          </p:cNvCxnSpPr>
          <p:nvPr/>
        </p:nvCxnSpPr>
        <p:spPr>
          <a:xfrm rot="5400000" flipH="1" flipV="1">
            <a:off x="5774120" y="2949453"/>
            <a:ext cx="7888" cy="1718442"/>
          </a:xfrm>
          <a:prstGeom prst="curvedConnector3">
            <a:avLst>
              <a:gd name="adj1" fmla="val -2898073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Left Brace 166">
            <a:extLst>
              <a:ext uri="{FF2B5EF4-FFF2-40B4-BE49-F238E27FC236}">
                <a16:creationId xmlns:a16="http://schemas.microsoft.com/office/drawing/2014/main" id="{1357D565-DE4F-B42C-C1AC-212786FC180B}"/>
              </a:ext>
            </a:extLst>
          </p:cNvPr>
          <p:cNvSpPr/>
          <p:nvPr/>
        </p:nvSpPr>
        <p:spPr>
          <a:xfrm rot="16200000">
            <a:off x="4731351" y="2522173"/>
            <a:ext cx="374983" cy="3731173"/>
          </a:xfrm>
          <a:prstGeom prst="leftBrace">
            <a:avLst>
              <a:gd name="adj1" fmla="val 79456"/>
              <a:gd name="adj2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Left Brace 167">
            <a:extLst>
              <a:ext uri="{FF2B5EF4-FFF2-40B4-BE49-F238E27FC236}">
                <a16:creationId xmlns:a16="http://schemas.microsoft.com/office/drawing/2014/main" id="{A4DEA566-5FFE-5219-A305-66D156E5599E}"/>
              </a:ext>
            </a:extLst>
          </p:cNvPr>
          <p:cNvSpPr/>
          <p:nvPr/>
        </p:nvSpPr>
        <p:spPr>
          <a:xfrm rot="5400000">
            <a:off x="7059451" y="609398"/>
            <a:ext cx="374983" cy="1439868"/>
          </a:xfrm>
          <a:prstGeom prst="leftBrace">
            <a:avLst>
              <a:gd name="adj1" fmla="val 51953"/>
              <a:gd name="adj2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Left Brace 168">
            <a:extLst>
              <a:ext uri="{FF2B5EF4-FFF2-40B4-BE49-F238E27FC236}">
                <a16:creationId xmlns:a16="http://schemas.microsoft.com/office/drawing/2014/main" id="{85524604-7C54-15E8-74F2-210B6CC770E8}"/>
              </a:ext>
            </a:extLst>
          </p:cNvPr>
          <p:cNvSpPr/>
          <p:nvPr/>
        </p:nvSpPr>
        <p:spPr>
          <a:xfrm rot="5400000">
            <a:off x="4728921" y="34126"/>
            <a:ext cx="374983" cy="2590410"/>
          </a:xfrm>
          <a:prstGeom prst="leftBrace">
            <a:avLst>
              <a:gd name="adj1" fmla="val 51953"/>
              <a:gd name="adj2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7C668B1E-C7A3-3E9C-CF0F-EDC425E773E7}"/>
                  </a:ext>
                </a:extLst>
              </p:cNvPr>
              <p:cNvSpPr txBox="1"/>
              <p:nvPr/>
            </p:nvSpPr>
            <p:spPr>
              <a:xfrm>
                <a:off x="4427589" y="4595797"/>
                <a:ext cx="9629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7C668B1E-C7A3-3E9C-CF0F-EDC425E77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589" y="4595797"/>
                <a:ext cx="962956" cy="369332"/>
              </a:xfrm>
              <a:prstGeom prst="rect">
                <a:avLst/>
              </a:prstGeom>
              <a:blipFill>
                <a:blip r:embed="rId7"/>
                <a:stretch>
                  <a:fillRect l="-6494" r="-649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A8338B8-9A21-D55D-CA1A-F49A5C3DE713}"/>
                  </a:ext>
                </a:extLst>
              </p:cNvPr>
              <p:cNvSpPr txBox="1"/>
              <p:nvPr/>
            </p:nvSpPr>
            <p:spPr>
              <a:xfrm>
                <a:off x="4743873" y="661102"/>
                <a:ext cx="3597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A8338B8-9A21-D55D-CA1A-F49A5C3DE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873" y="661102"/>
                <a:ext cx="359714" cy="369332"/>
              </a:xfrm>
              <a:prstGeom prst="rect">
                <a:avLst/>
              </a:prstGeom>
              <a:blipFill>
                <a:blip r:embed="rId8"/>
                <a:stretch>
                  <a:fillRect l="-17241" r="-6897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9382692-1AC2-01C1-D305-E1BA964A6E28}"/>
                  </a:ext>
                </a:extLst>
              </p:cNvPr>
              <p:cNvSpPr txBox="1"/>
              <p:nvPr/>
            </p:nvSpPr>
            <p:spPr>
              <a:xfrm>
                <a:off x="7031039" y="666886"/>
                <a:ext cx="4155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D6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D667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D667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D667"/>
                  </a:solidFill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9382692-1AC2-01C1-D305-E1BA964A6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039" y="666886"/>
                <a:ext cx="415562" cy="369332"/>
              </a:xfrm>
              <a:prstGeom prst="rect">
                <a:avLst/>
              </a:prstGeom>
              <a:blipFill>
                <a:blip r:embed="rId9"/>
                <a:stretch>
                  <a:fillRect l="-14706" r="-2941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095145D-BA1D-5765-E825-76B34907DEF3}"/>
              </a:ext>
            </a:extLst>
          </p:cNvPr>
          <p:cNvCxnSpPr>
            <a:stCxn id="31" idx="6"/>
            <a:endCxn id="32" idx="2"/>
          </p:cNvCxnSpPr>
          <p:nvPr/>
        </p:nvCxnSpPr>
        <p:spPr>
          <a:xfrm flipV="1">
            <a:off x="2774731" y="1807176"/>
            <a:ext cx="1996967" cy="5263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3919D3-4BA1-E96B-E58C-44EBB534F69B}"/>
                  </a:ext>
                </a:extLst>
              </p:cNvPr>
              <p:cNvSpPr txBox="1"/>
              <p:nvPr/>
            </p:nvSpPr>
            <p:spPr>
              <a:xfrm>
                <a:off x="3477867" y="1899210"/>
                <a:ext cx="594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3919D3-4BA1-E96B-E58C-44EBB534F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867" y="1899210"/>
                <a:ext cx="594137" cy="369332"/>
              </a:xfrm>
              <a:prstGeom prst="rect">
                <a:avLst/>
              </a:prstGeom>
              <a:blipFill>
                <a:blip r:embed="rId10"/>
                <a:stretch>
                  <a:fillRect l="-12766" r="-1063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482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F9AA-7363-6590-ED0E-F1C783F8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EAA8F2F-5515-34F2-3C52-7FFE0E0E00FF}"/>
              </a:ext>
            </a:extLst>
          </p:cNvPr>
          <p:cNvGrpSpPr/>
          <p:nvPr/>
        </p:nvGrpSpPr>
        <p:grpSpPr>
          <a:xfrm>
            <a:off x="6629336" y="1812437"/>
            <a:ext cx="1232267" cy="1912886"/>
            <a:chOff x="4305414" y="1775194"/>
            <a:chExt cx="1232267" cy="1912886"/>
          </a:xfrm>
        </p:grpSpPr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2B5945E9-F7B1-1A61-7732-5774FA3BABDC}"/>
                </a:ext>
              </a:extLst>
            </p:cNvPr>
            <p:cNvSpPr/>
            <p:nvPr/>
          </p:nvSpPr>
          <p:spPr>
            <a:xfrm>
              <a:off x="4305414" y="1783080"/>
              <a:ext cx="609486" cy="1889760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9E7FB71-45B2-5B31-FEEF-8F0A6E5B50D2}"/>
                </a:ext>
              </a:extLst>
            </p:cNvPr>
            <p:cNvSpPr/>
            <p:nvPr/>
          </p:nvSpPr>
          <p:spPr>
            <a:xfrm>
              <a:off x="4914900" y="1783080"/>
              <a:ext cx="228643" cy="1905000"/>
            </a:xfrm>
            <a:custGeom>
              <a:avLst/>
              <a:gdLst>
                <a:gd name="connsiteX0" fmla="*/ 0 w 228643"/>
                <a:gd name="connsiteY0" fmla="*/ 0 h 1905000"/>
                <a:gd name="connsiteX1" fmla="*/ 228600 w 228643"/>
                <a:gd name="connsiteY1" fmla="*/ 990600 h 1905000"/>
                <a:gd name="connsiteX2" fmla="*/ 15240 w 228643"/>
                <a:gd name="connsiteY2" fmla="*/ 19050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43" h="1905000">
                  <a:moveTo>
                    <a:pt x="0" y="0"/>
                  </a:moveTo>
                  <a:cubicBezTo>
                    <a:pt x="113030" y="336550"/>
                    <a:pt x="226060" y="673100"/>
                    <a:pt x="228600" y="990600"/>
                  </a:cubicBezTo>
                  <a:cubicBezTo>
                    <a:pt x="231140" y="1308100"/>
                    <a:pt x="123190" y="1606550"/>
                    <a:pt x="15240" y="190500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72222DBA-24C5-8497-CF5C-92AE1FC16F95}"/>
                </a:ext>
              </a:extLst>
            </p:cNvPr>
            <p:cNvSpPr/>
            <p:nvPr/>
          </p:nvSpPr>
          <p:spPr>
            <a:xfrm flipH="1">
              <a:off x="4914898" y="1775194"/>
              <a:ext cx="622783" cy="1603357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93C0921-E6E0-DDD9-6B2E-E648FC94C516}"/>
              </a:ext>
            </a:extLst>
          </p:cNvPr>
          <p:cNvCxnSpPr>
            <a:cxnSpLocks/>
          </p:cNvCxnSpPr>
          <p:nvPr/>
        </p:nvCxnSpPr>
        <p:spPr>
          <a:xfrm>
            <a:off x="9564413" y="3264925"/>
            <a:ext cx="12145" cy="40966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F5500B1-8F8C-8DF4-7EA0-787DCC627DD3}"/>
              </a:ext>
            </a:extLst>
          </p:cNvPr>
          <p:cNvGrpSpPr/>
          <p:nvPr/>
        </p:nvGrpSpPr>
        <p:grpSpPr>
          <a:xfrm>
            <a:off x="2211693" y="1796553"/>
            <a:ext cx="1039394" cy="1912886"/>
            <a:chOff x="4498288" y="1775194"/>
            <a:chExt cx="1039394" cy="1912886"/>
          </a:xfrm>
        </p:grpSpPr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F436F194-95D0-9CEA-41B5-218D608A405F}"/>
                </a:ext>
              </a:extLst>
            </p:cNvPr>
            <p:cNvSpPr/>
            <p:nvPr/>
          </p:nvSpPr>
          <p:spPr>
            <a:xfrm>
              <a:off x="4498288" y="1783080"/>
              <a:ext cx="416612" cy="1424863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AC60081D-F6B6-DF1F-1100-AA0B7BBDACBF}"/>
                </a:ext>
              </a:extLst>
            </p:cNvPr>
            <p:cNvSpPr/>
            <p:nvPr/>
          </p:nvSpPr>
          <p:spPr>
            <a:xfrm>
              <a:off x="4914900" y="1783080"/>
              <a:ext cx="228643" cy="1905000"/>
            </a:xfrm>
            <a:custGeom>
              <a:avLst/>
              <a:gdLst>
                <a:gd name="connsiteX0" fmla="*/ 0 w 228643"/>
                <a:gd name="connsiteY0" fmla="*/ 0 h 1905000"/>
                <a:gd name="connsiteX1" fmla="*/ 228600 w 228643"/>
                <a:gd name="connsiteY1" fmla="*/ 990600 h 1905000"/>
                <a:gd name="connsiteX2" fmla="*/ 15240 w 228643"/>
                <a:gd name="connsiteY2" fmla="*/ 19050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43" h="1905000">
                  <a:moveTo>
                    <a:pt x="0" y="0"/>
                  </a:moveTo>
                  <a:cubicBezTo>
                    <a:pt x="113030" y="336550"/>
                    <a:pt x="226060" y="673100"/>
                    <a:pt x="228600" y="990600"/>
                  </a:cubicBezTo>
                  <a:cubicBezTo>
                    <a:pt x="231140" y="1308100"/>
                    <a:pt x="123190" y="1606550"/>
                    <a:pt x="15240" y="190500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7ECA13B3-E5FB-1B8B-E249-3E84CB8995D5}"/>
                </a:ext>
              </a:extLst>
            </p:cNvPr>
            <p:cNvSpPr/>
            <p:nvPr/>
          </p:nvSpPr>
          <p:spPr>
            <a:xfrm flipH="1">
              <a:off x="4914899" y="1775194"/>
              <a:ext cx="622783" cy="1889760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F4AD493-8B4A-1286-396B-FB6637F147B5}"/>
              </a:ext>
            </a:extLst>
          </p:cNvPr>
          <p:cNvGrpSpPr/>
          <p:nvPr/>
        </p:nvGrpSpPr>
        <p:grpSpPr>
          <a:xfrm>
            <a:off x="4305414" y="1775194"/>
            <a:ext cx="1232268" cy="1912886"/>
            <a:chOff x="4305414" y="1775194"/>
            <a:chExt cx="1232268" cy="1912886"/>
          </a:xfrm>
        </p:grpSpPr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D84D535A-84E0-233A-ED43-1E5EC92721A4}"/>
                </a:ext>
              </a:extLst>
            </p:cNvPr>
            <p:cNvSpPr/>
            <p:nvPr/>
          </p:nvSpPr>
          <p:spPr>
            <a:xfrm>
              <a:off x="4305414" y="1783080"/>
              <a:ext cx="609486" cy="1889760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14275BE8-0400-EA96-C59E-34DD95A0BED2}"/>
                </a:ext>
              </a:extLst>
            </p:cNvPr>
            <p:cNvSpPr/>
            <p:nvPr/>
          </p:nvSpPr>
          <p:spPr>
            <a:xfrm>
              <a:off x="4914900" y="1783080"/>
              <a:ext cx="228643" cy="1905000"/>
            </a:xfrm>
            <a:custGeom>
              <a:avLst/>
              <a:gdLst>
                <a:gd name="connsiteX0" fmla="*/ 0 w 228643"/>
                <a:gd name="connsiteY0" fmla="*/ 0 h 1905000"/>
                <a:gd name="connsiteX1" fmla="*/ 228600 w 228643"/>
                <a:gd name="connsiteY1" fmla="*/ 990600 h 1905000"/>
                <a:gd name="connsiteX2" fmla="*/ 15240 w 228643"/>
                <a:gd name="connsiteY2" fmla="*/ 19050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43" h="1905000">
                  <a:moveTo>
                    <a:pt x="0" y="0"/>
                  </a:moveTo>
                  <a:cubicBezTo>
                    <a:pt x="113030" y="336550"/>
                    <a:pt x="226060" y="673100"/>
                    <a:pt x="228600" y="990600"/>
                  </a:cubicBezTo>
                  <a:cubicBezTo>
                    <a:pt x="231140" y="1308100"/>
                    <a:pt x="123190" y="1606550"/>
                    <a:pt x="15240" y="190500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A15D4352-7AA5-C4A6-FEFB-364C4F1E9748}"/>
                </a:ext>
              </a:extLst>
            </p:cNvPr>
            <p:cNvSpPr/>
            <p:nvPr/>
          </p:nvSpPr>
          <p:spPr>
            <a:xfrm flipH="1">
              <a:off x="4914899" y="1775194"/>
              <a:ext cx="622783" cy="1889760"/>
            </a:xfrm>
            <a:custGeom>
              <a:avLst/>
              <a:gdLst>
                <a:gd name="connsiteX0" fmla="*/ 609486 w 609486"/>
                <a:gd name="connsiteY0" fmla="*/ 0 h 1889760"/>
                <a:gd name="connsiteX1" fmla="*/ 60846 w 609486"/>
                <a:gd name="connsiteY1" fmla="*/ 693420 h 1889760"/>
                <a:gd name="connsiteX2" fmla="*/ 37986 w 609486"/>
                <a:gd name="connsiteY2" fmla="*/ 188976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486" h="1889760">
                  <a:moveTo>
                    <a:pt x="609486" y="0"/>
                  </a:moveTo>
                  <a:cubicBezTo>
                    <a:pt x="382791" y="189230"/>
                    <a:pt x="156096" y="378460"/>
                    <a:pt x="60846" y="693420"/>
                  </a:cubicBezTo>
                  <a:cubicBezTo>
                    <a:pt x="-34404" y="1008380"/>
                    <a:pt x="1791" y="1449070"/>
                    <a:pt x="37986" y="1889760"/>
                  </a:cubicBezTo>
                </a:path>
              </a:pathLst>
            </a:custGeom>
            <a:noFill/>
            <a:ln w="28575">
              <a:solidFill>
                <a:srgbClr val="00D6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E08D497-18E3-E16A-A03F-57D31DF1CEE3}"/>
              </a:ext>
            </a:extLst>
          </p:cNvPr>
          <p:cNvCxnSpPr>
            <a:cxnSpLocks/>
          </p:cNvCxnSpPr>
          <p:nvPr/>
        </p:nvCxnSpPr>
        <p:spPr>
          <a:xfrm flipH="1">
            <a:off x="6054695" y="2737731"/>
            <a:ext cx="1159923" cy="92969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78B02C8-7599-CDE0-8678-5A8909BBA068}"/>
              </a:ext>
            </a:extLst>
          </p:cNvPr>
          <p:cNvCxnSpPr>
            <a:cxnSpLocks/>
          </p:cNvCxnSpPr>
          <p:nvPr/>
        </p:nvCxnSpPr>
        <p:spPr>
          <a:xfrm flipH="1">
            <a:off x="6637284" y="2737474"/>
            <a:ext cx="577334" cy="93711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581173F-A4E0-1228-1BB6-E27F7C2A7443}"/>
              </a:ext>
            </a:extLst>
          </p:cNvPr>
          <p:cNvCxnSpPr>
            <a:cxnSpLocks/>
          </p:cNvCxnSpPr>
          <p:nvPr/>
        </p:nvCxnSpPr>
        <p:spPr>
          <a:xfrm flipH="1">
            <a:off x="7210098" y="2737217"/>
            <a:ext cx="15087" cy="93737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FD21F5D-D635-7BF7-4ADE-3B7674E440FA}"/>
              </a:ext>
            </a:extLst>
          </p:cNvPr>
          <p:cNvCxnSpPr>
            <a:cxnSpLocks/>
          </p:cNvCxnSpPr>
          <p:nvPr/>
        </p:nvCxnSpPr>
        <p:spPr>
          <a:xfrm>
            <a:off x="7217641" y="2737217"/>
            <a:ext cx="281489" cy="69178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1A49F1C-C392-523A-230E-8E3045467E34}"/>
              </a:ext>
            </a:extLst>
          </p:cNvPr>
          <p:cNvCxnSpPr>
            <a:cxnSpLocks/>
          </p:cNvCxnSpPr>
          <p:nvPr/>
        </p:nvCxnSpPr>
        <p:spPr>
          <a:xfrm>
            <a:off x="7211603" y="2752996"/>
            <a:ext cx="433776" cy="61068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EDDDD0-E7C0-5FB3-2065-C9AB701AAAAD}"/>
              </a:ext>
            </a:extLst>
          </p:cNvPr>
          <p:cNvCxnSpPr>
            <a:cxnSpLocks/>
          </p:cNvCxnSpPr>
          <p:nvPr/>
        </p:nvCxnSpPr>
        <p:spPr>
          <a:xfrm flipH="1">
            <a:off x="4362318" y="2741014"/>
            <a:ext cx="586445" cy="92721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74F72EF-2E47-E01C-3A06-5E1141F3ACA5}"/>
              </a:ext>
            </a:extLst>
          </p:cNvPr>
          <p:cNvCxnSpPr>
            <a:cxnSpLocks/>
          </p:cNvCxnSpPr>
          <p:nvPr/>
        </p:nvCxnSpPr>
        <p:spPr>
          <a:xfrm flipH="1">
            <a:off x="3763439" y="2743200"/>
            <a:ext cx="1155404" cy="92503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969221E-B049-D25F-A7D3-C8E618BFD9A6}"/>
              </a:ext>
            </a:extLst>
          </p:cNvPr>
          <p:cNvCxnSpPr>
            <a:cxnSpLocks/>
          </p:cNvCxnSpPr>
          <p:nvPr/>
        </p:nvCxnSpPr>
        <p:spPr>
          <a:xfrm flipH="1">
            <a:off x="4918843" y="2739921"/>
            <a:ext cx="9775" cy="92831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B0CB9F9-3BCF-75D4-D6C8-804729456A23}"/>
              </a:ext>
            </a:extLst>
          </p:cNvPr>
          <p:cNvCxnSpPr>
            <a:cxnSpLocks/>
          </p:cNvCxnSpPr>
          <p:nvPr/>
        </p:nvCxnSpPr>
        <p:spPr>
          <a:xfrm>
            <a:off x="4948763" y="2739375"/>
            <a:ext cx="559183" cy="92885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A18AD7-EF65-2C96-F34E-917B0AEA2A24}"/>
              </a:ext>
            </a:extLst>
          </p:cNvPr>
          <p:cNvCxnSpPr>
            <a:cxnSpLocks/>
          </p:cNvCxnSpPr>
          <p:nvPr/>
        </p:nvCxnSpPr>
        <p:spPr>
          <a:xfrm>
            <a:off x="4909067" y="2739921"/>
            <a:ext cx="1186933" cy="92776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F7D8235-49A2-5630-1478-B416657EABDD}"/>
              </a:ext>
            </a:extLst>
          </p:cNvPr>
          <p:cNvCxnSpPr>
            <a:cxnSpLocks/>
          </p:cNvCxnSpPr>
          <p:nvPr/>
        </p:nvCxnSpPr>
        <p:spPr>
          <a:xfrm>
            <a:off x="2659116" y="2738827"/>
            <a:ext cx="1123874" cy="92885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2490389-6C2F-031A-396E-459ED780DDB6}"/>
              </a:ext>
            </a:extLst>
          </p:cNvPr>
          <p:cNvCxnSpPr>
            <a:cxnSpLocks/>
          </p:cNvCxnSpPr>
          <p:nvPr/>
        </p:nvCxnSpPr>
        <p:spPr>
          <a:xfrm>
            <a:off x="2649131" y="2738279"/>
            <a:ext cx="565928" cy="92940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579D7D8-52A9-3EEC-EC1E-F7C1007A0CB3}"/>
              </a:ext>
            </a:extLst>
          </p:cNvPr>
          <p:cNvCxnSpPr>
            <a:cxnSpLocks/>
          </p:cNvCxnSpPr>
          <p:nvPr/>
        </p:nvCxnSpPr>
        <p:spPr>
          <a:xfrm flipH="1">
            <a:off x="2627587" y="2737731"/>
            <a:ext cx="8104" cy="92969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6179CA1-24C8-AFF9-2B1E-2B406B57C23B}"/>
              </a:ext>
            </a:extLst>
          </p:cNvPr>
          <p:cNvCxnSpPr>
            <a:cxnSpLocks/>
          </p:cNvCxnSpPr>
          <p:nvPr/>
        </p:nvCxnSpPr>
        <p:spPr>
          <a:xfrm flipH="1">
            <a:off x="2303796" y="2730513"/>
            <a:ext cx="335947" cy="49879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32CA563-9C80-DBCF-04D3-33F484469E99}"/>
              </a:ext>
            </a:extLst>
          </p:cNvPr>
          <p:cNvCxnSpPr>
            <a:cxnSpLocks/>
          </p:cNvCxnSpPr>
          <p:nvPr/>
        </p:nvCxnSpPr>
        <p:spPr>
          <a:xfrm flipH="1">
            <a:off x="2007000" y="2737731"/>
            <a:ext cx="628605" cy="44529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F9E0A68-B68C-EDFA-8ABE-6F63C6A0909C}"/>
              </a:ext>
            </a:extLst>
          </p:cNvPr>
          <p:cNvCxnSpPr>
            <a:cxnSpLocks/>
          </p:cNvCxnSpPr>
          <p:nvPr/>
        </p:nvCxnSpPr>
        <p:spPr>
          <a:xfrm flipH="1">
            <a:off x="9564413" y="3352198"/>
            <a:ext cx="165262" cy="3223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D7873AB-5FA3-85BB-79C9-7D8C128D5AC6}"/>
              </a:ext>
            </a:extLst>
          </p:cNvPr>
          <p:cNvCxnSpPr>
            <a:cxnSpLocks/>
          </p:cNvCxnSpPr>
          <p:nvPr/>
        </p:nvCxnSpPr>
        <p:spPr>
          <a:xfrm flipH="1">
            <a:off x="8991599" y="3315228"/>
            <a:ext cx="242356" cy="3304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98224388-0435-8672-0447-4B73F83FA6F5}"/>
              </a:ext>
            </a:extLst>
          </p:cNvPr>
          <p:cNvSpPr/>
          <p:nvPr/>
        </p:nvSpPr>
        <p:spPr>
          <a:xfrm>
            <a:off x="2480442" y="3523592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4EC5CE5-C971-DBFE-6BB8-9DD07094649B}"/>
              </a:ext>
            </a:extLst>
          </p:cNvPr>
          <p:cNvSpPr/>
          <p:nvPr/>
        </p:nvSpPr>
        <p:spPr>
          <a:xfrm>
            <a:off x="3053256" y="3523591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1E9BDF-2ED2-8A4B-0E07-9BFF1BF5B631}"/>
              </a:ext>
            </a:extLst>
          </p:cNvPr>
          <p:cNvSpPr/>
          <p:nvPr/>
        </p:nvSpPr>
        <p:spPr>
          <a:xfrm>
            <a:off x="3626070" y="3515705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E16E5E5-FA1E-2E23-6A30-D2296960D835}"/>
              </a:ext>
            </a:extLst>
          </p:cNvPr>
          <p:cNvSpPr/>
          <p:nvPr/>
        </p:nvSpPr>
        <p:spPr>
          <a:xfrm>
            <a:off x="4198884" y="3515704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2808B8C-4BB6-1D4F-DE8A-AE258855A06F}"/>
                  </a:ext>
                </a:extLst>
              </p:cNvPr>
              <p:cNvSpPr/>
              <p:nvPr/>
            </p:nvSpPr>
            <p:spPr>
              <a:xfrm>
                <a:off x="4771698" y="3518329"/>
                <a:ext cx="294289" cy="294289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18CE333-19BF-5534-0FD3-9B038BF8E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698" y="3518329"/>
                <a:ext cx="294289" cy="294289"/>
              </a:xfrm>
              <a:prstGeom prst="ellipse">
                <a:avLst/>
              </a:prstGeom>
              <a:blipFill>
                <a:blip r:embed="rId2"/>
                <a:stretch>
                  <a:fillRect l="-22222" b="-2692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0E173C3E-B885-B117-66CD-8EBF083B5492}"/>
              </a:ext>
            </a:extLst>
          </p:cNvPr>
          <p:cNvSpPr/>
          <p:nvPr/>
        </p:nvSpPr>
        <p:spPr>
          <a:xfrm>
            <a:off x="5344512" y="3518328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286A4F-194C-6179-28DE-36502F42FFCC}"/>
              </a:ext>
            </a:extLst>
          </p:cNvPr>
          <p:cNvSpPr/>
          <p:nvPr/>
        </p:nvSpPr>
        <p:spPr>
          <a:xfrm>
            <a:off x="5917326" y="3510442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4AF3D3-A987-A6BB-B98F-5EDA74E5FC5F}"/>
              </a:ext>
            </a:extLst>
          </p:cNvPr>
          <p:cNvSpPr/>
          <p:nvPr/>
        </p:nvSpPr>
        <p:spPr>
          <a:xfrm>
            <a:off x="6490140" y="3510441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C5D64BF-80D1-3F17-475B-73BA1F372A65}"/>
              </a:ext>
            </a:extLst>
          </p:cNvPr>
          <p:cNvSpPr/>
          <p:nvPr/>
        </p:nvSpPr>
        <p:spPr>
          <a:xfrm>
            <a:off x="7057700" y="3513067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5A76A4-24A6-14E9-D025-248805981B85}"/>
              </a:ext>
            </a:extLst>
          </p:cNvPr>
          <p:cNvSpPr/>
          <p:nvPr/>
        </p:nvSpPr>
        <p:spPr>
          <a:xfrm>
            <a:off x="8271643" y="3513066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FAE9BE4-A1F5-F279-6A33-7089BA43AF6B}"/>
              </a:ext>
            </a:extLst>
          </p:cNvPr>
          <p:cNvSpPr/>
          <p:nvPr/>
        </p:nvSpPr>
        <p:spPr>
          <a:xfrm>
            <a:off x="8844457" y="3505180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F98B66A-0910-9081-2EEA-CA6A44F1550E}"/>
              </a:ext>
            </a:extLst>
          </p:cNvPr>
          <p:cNvSpPr/>
          <p:nvPr/>
        </p:nvSpPr>
        <p:spPr>
          <a:xfrm>
            <a:off x="9417271" y="3505179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DB7F42-B87A-A3B9-27A3-DD99B3163D3A}"/>
                  </a:ext>
                </a:extLst>
              </p:cNvPr>
              <p:cNvSpPr txBox="1"/>
              <p:nvPr/>
            </p:nvSpPr>
            <p:spPr>
              <a:xfrm>
                <a:off x="7555643" y="3406101"/>
                <a:ext cx="44403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DED7842-F290-3338-2FBE-BDD51A461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643" y="3406101"/>
                <a:ext cx="444031" cy="492443"/>
              </a:xfrm>
              <a:prstGeom prst="rect">
                <a:avLst/>
              </a:prstGeom>
              <a:blipFill>
                <a:blip r:embed="rId3"/>
                <a:stretch>
                  <a:fillRect l="-5556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2A5CCB2D-2C17-A08D-5591-5741103BE3A8}"/>
              </a:ext>
            </a:extLst>
          </p:cNvPr>
          <p:cNvSpPr/>
          <p:nvPr/>
        </p:nvSpPr>
        <p:spPr>
          <a:xfrm>
            <a:off x="2480442" y="2594443"/>
            <a:ext cx="294289" cy="294289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75949EF-B906-B892-D3D7-02C770959629}"/>
              </a:ext>
            </a:extLst>
          </p:cNvPr>
          <p:cNvSpPr/>
          <p:nvPr/>
        </p:nvSpPr>
        <p:spPr>
          <a:xfrm>
            <a:off x="4771698" y="2594443"/>
            <a:ext cx="294289" cy="294289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B608FB8-0272-611E-C0F4-2AEAFB643B5C}"/>
              </a:ext>
            </a:extLst>
          </p:cNvPr>
          <p:cNvSpPr/>
          <p:nvPr/>
        </p:nvSpPr>
        <p:spPr>
          <a:xfrm>
            <a:off x="2480442" y="1665294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E5C5322-77E9-3B90-628E-374C06706200}"/>
              </a:ext>
            </a:extLst>
          </p:cNvPr>
          <p:cNvSpPr/>
          <p:nvPr/>
        </p:nvSpPr>
        <p:spPr>
          <a:xfrm>
            <a:off x="4771698" y="1660031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A89D83F-7D7A-F432-E52B-DC4E642BA14D}"/>
              </a:ext>
            </a:extLst>
          </p:cNvPr>
          <p:cNvSpPr/>
          <p:nvPr/>
        </p:nvSpPr>
        <p:spPr>
          <a:xfrm>
            <a:off x="7057700" y="1654769"/>
            <a:ext cx="294289" cy="2942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412B10-57D0-3F45-A963-AE3F71390478}"/>
              </a:ext>
            </a:extLst>
          </p:cNvPr>
          <p:cNvSpPr/>
          <p:nvPr/>
        </p:nvSpPr>
        <p:spPr>
          <a:xfrm>
            <a:off x="7057699" y="2594442"/>
            <a:ext cx="294289" cy="294289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5F6EFE2-76BC-0AFC-EFF1-E96309C32F19}"/>
              </a:ext>
            </a:extLst>
          </p:cNvPr>
          <p:cNvCxnSpPr>
            <a:cxnSpLocks/>
            <a:stCxn id="31" idx="4"/>
            <a:endCxn id="29" idx="0"/>
          </p:cNvCxnSpPr>
          <p:nvPr/>
        </p:nvCxnSpPr>
        <p:spPr>
          <a:xfrm>
            <a:off x="2627587" y="1959583"/>
            <a:ext cx="0" cy="6348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EB3614F-35FA-5A31-6B76-65E25DEC3B38}"/>
              </a:ext>
            </a:extLst>
          </p:cNvPr>
          <p:cNvCxnSpPr>
            <a:cxnSpLocks/>
            <a:stCxn id="32" idx="4"/>
            <a:endCxn id="30" idx="0"/>
          </p:cNvCxnSpPr>
          <p:nvPr/>
        </p:nvCxnSpPr>
        <p:spPr>
          <a:xfrm>
            <a:off x="4918843" y="1954320"/>
            <a:ext cx="0" cy="6401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2943966-2663-D87B-896E-C71D2432D696}"/>
              </a:ext>
            </a:extLst>
          </p:cNvPr>
          <p:cNvCxnSpPr>
            <a:cxnSpLocks/>
            <a:stCxn id="33" idx="4"/>
            <a:endCxn id="34" idx="0"/>
          </p:cNvCxnSpPr>
          <p:nvPr/>
        </p:nvCxnSpPr>
        <p:spPr>
          <a:xfrm flipH="1">
            <a:off x="7204844" y="1949058"/>
            <a:ext cx="1" cy="645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94A678B0-EB70-04F5-412A-3C606D6A8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31" y="2625226"/>
            <a:ext cx="223411" cy="2327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4D844D0-26B9-E9CB-7A6C-90703A70B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491" y="1686769"/>
            <a:ext cx="242028" cy="25133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7A85115-7340-9E13-7D2F-74F79EF84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758" y="3545066"/>
            <a:ext cx="251337" cy="260646"/>
          </a:xfrm>
          <a:prstGeom prst="rect">
            <a:avLst/>
          </a:prstGeom>
        </p:spPr>
      </p:pic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59E855D-F61B-29C0-729A-831129D4AC2D}"/>
              </a:ext>
            </a:extLst>
          </p:cNvPr>
          <p:cNvCxnSpPr>
            <a:cxnSpLocks/>
          </p:cNvCxnSpPr>
          <p:nvPr/>
        </p:nvCxnSpPr>
        <p:spPr>
          <a:xfrm flipH="1">
            <a:off x="2130210" y="3219991"/>
            <a:ext cx="178089" cy="264414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9C9365C-9BFC-8520-2E78-90077BEB0A3C}"/>
              </a:ext>
            </a:extLst>
          </p:cNvPr>
          <p:cNvCxnSpPr>
            <a:cxnSpLocks/>
          </p:cNvCxnSpPr>
          <p:nvPr/>
        </p:nvCxnSpPr>
        <p:spPr>
          <a:xfrm flipH="1">
            <a:off x="1714316" y="3183021"/>
            <a:ext cx="298670" cy="223080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78CEA80-0C44-874F-ED4C-8969B5A9C4B2}"/>
              </a:ext>
            </a:extLst>
          </p:cNvPr>
          <p:cNvCxnSpPr>
            <a:cxnSpLocks/>
          </p:cNvCxnSpPr>
          <p:nvPr/>
        </p:nvCxnSpPr>
        <p:spPr>
          <a:xfrm flipH="1">
            <a:off x="9727267" y="3050814"/>
            <a:ext cx="160937" cy="312871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7A25466-96CF-436C-E516-C005EF8D19C8}"/>
              </a:ext>
            </a:extLst>
          </p:cNvPr>
          <p:cNvCxnSpPr>
            <a:cxnSpLocks/>
          </p:cNvCxnSpPr>
          <p:nvPr/>
        </p:nvCxnSpPr>
        <p:spPr>
          <a:xfrm flipH="1">
            <a:off x="9222263" y="3066414"/>
            <a:ext cx="178089" cy="264414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750C73A-B12C-E722-47CE-CCBD67D865E6}"/>
              </a:ext>
            </a:extLst>
          </p:cNvPr>
          <p:cNvCxnSpPr>
            <a:cxnSpLocks/>
            <a:stCxn id="133" idx="2"/>
          </p:cNvCxnSpPr>
          <p:nvPr/>
        </p:nvCxnSpPr>
        <p:spPr>
          <a:xfrm>
            <a:off x="2237658" y="3229302"/>
            <a:ext cx="36848" cy="399397"/>
          </a:xfrm>
          <a:prstGeom prst="line">
            <a:avLst/>
          </a:prstGeom>
          <a:ln w="28575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6DB17D7-262D-664B-B502-88B7670BA976}"/>
              </a:ext>
            </a:extLst>
          </p:cNvPr>
          <p:cNvCxnSpPr>
            <a:cxnSpLocks/>
          </p:cNvCxnSpPr>
          <p:nvPr/>
        </p:nvCxnSpPr>
        <p:spPr>
          <a:xfrm>
            <a:off x="9524445" y="2883409"/>
            <a:ext cx="36848" cy="399397"/>
          </a:xfrm>
          <a:prstGeom prst="line">
            <a:avLst/>
          </a:prstGeom>
          <a:ln w="28575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urved Connector 148">
            <a:extLst>
              <a:ext uri="{FF2B5EF4-FFF2-40B4-BE49-F238E27FC236}">
                <a16:creationId xmlns:a16="http://schemas.microsoft.com/office/drawing/2014/main" id="{18F6B413-F9DD-A89F-1892-17ADA85BCCCD}"/>
              </a:ext>
            </a:extLst>
          </p:cNvPr>
          <p:cNvCxnSpPr>
            <a:cxnSpLocks/>
            <a:stCxn id="15" idx="4"/>
            <a:endCxn id="16" idx="4"/>
          </p:cNvCxnSpPr>
          <p:nvPr/>
        </p:nvCxnSpPr>
        <p:spPr>
          <a:xfrm rot="16200000" flipH="1">
            <a:off x="4631124" y="3524898"/>
            <a:ext cx="2625" cy="572814"/>
          </a:xfrm>
          <a:prstGeom prst="curvedConnector3">
            <a:avLst>
              <a:gd name="adj1" fmla="val 8808571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urved Connector 149">
            <a:extLst>
              <a:ext uri="{FF2B5EF4-FFF2-40B4-BE49-F238E27FC236}">
                <a16:creationId xmlns:a16="http://schemas.microsoft.com/office/drawing/2014/main" id="{7C86887E-5C16-10E0-FFFE-E76C87FBAE50}"/>
              </a:ext>
            </a:extLst>
          </p:cNvPr>
          <p:cNvCxnSpPr>
            <a:cxnSpLocks/>
            <a:stCxn id="16" idx="4"/>
            <a:endCxn id="17" idx="4"/>
          </p:cNvCxnSpPr>
          <p:nvPr/>
        </p:nvCxnSpPr>
        <p:spPr>
          <a:xfrm rot="5400000" flipH="1" flipV="1">
            <a:off x="5205249" y="3526211"/>
            <a:ext cx="1" cy="572814"/>
          </a:xfrm>
          <a:prstGeom prst="curvedConnector3">
            <a:avLst>
              <a:gd name="adj1" fmla="val -2286000000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154">
            <a:extLst>
              <a:ext uri="{FF2B5EF4-FFF2-40B4-BE49-F238E27FC236}">
                <a16:creationId xmlns:a16="http://schemas.microsoft.com/office/drawing/2014/main" id="{D7E014AD-17DD-5378-2688-1A2C030010E6}"/>
              </a:ext>
            </a:extLst>
          </p:cNvPr>
          <p:cNvCxnSpPr>
            <a:cxnSpLocks/>
            <a:stCxn id="16" idx="4"/>
            <a:endCxn id="18" idx="4"/>
          </p:cNvCxnSpPr>
          <p:nvPr/>
        </p:nvCxnSpPr>
        <p:spPr>
          <a:xfrm rot="5400000" flipH="1" flipV="1">
            <a:off x="5487713" y="3235861"/>
            <a:ext cx="7887" cy="1145628"/>
          </a:xfrm>
          <a:prstGeom prst="curvedConnector3">
            <a:avLst>
              <a:gd name="adj1" fmla="val -289844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urved Connector 157">
            <a:extLst>
              <a:ext uri="{FF2B5EF4-FFF2-40B4-BE49-F238E27FC236}">
                <a16:creationId xmlns:a16="http://schemas.microsoft.com/office/drawing/2014/main" id="{659CBA28-89D8-DF9E-CEA7-7900E37B6F24}"/>
              </a:ext>
            </a:extLst>
          </p:cNvPr>
          <p:cNvCxnSpPr>
            <a:cxnSpLocks/>
            <a:stCxn id="16" idx="4"/>
            <a:endCxn id="14" idx="4"/>
          </p:cNvCxnSpPr>
          <p:nvPr/>
        </p:nvCxnSpPr>
        <p:spPr>
          <a:xfrm rot="5400000" flipH="1">
            <a:off x="4344717" y="3238492"/>
            <a:ext cx="2624" cy="1145628"/>
          </a:xfrm>
          <a:prstGeom prst="curvedConnector3">
            <a:avLst>
              <a:gd name="adj1" fmla="val -87118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urved Connector 160">
            <a:extLst>
              <a:ext uri="{FF2B5EF4-FFF2-40B4-BE49-F238E27FC236}">
                <a16:creationId xmlns:a16="http://schemas.microsoft.com/office/drawing/2014/main" id="{51AE7111-BD6A-F58F-E43D-45F0AAB7F760}"/>
              </a:ext>
            </a:extLst>
          </p:cNvPr>
          <p:cNvCxnSpPr>
            <a:cxnSpLocks/>
            <a:stCxn id="16" idx="4"/>
            <a:endCxn id="13" idx="4"/>
          </p:cNvCxnSpPr>
          <p:nvPr/>
        </p:nvCxnSpPr>
        <p:spPr>
          <a:xfrm rot="5400000">
            <a:off x="4056991" y="2956028"/>
            <a:ext cx="5262" cy="1718442"/>
          </a:xfrm>
          <a:prstGeom prst="curvedConnector3">
            <a:avLst>
              <a:gd name="adj1" fmla="val 4444356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urved Connector 163">
            <a:extLst>
              <a:ext uri="{FF2B5EF4-FFF2-40B4-BE49-F238E27FC236}">
                <a16:creationId xmlns:a16="http://schemas.microsoft.com/office/drawing/2014/main" id="{B015A5E9-2CE7-07C7-3D04-29047190EB65}"/>
              </a:ext>
            </a:extLst>
          </p:cNvPr>
          <p:cNvCxnSpPr>
            <a:cxnSpLocks/>
            <a:stCxn id="16" idx="4"/>
            <a:endCxn id="19" idx="4"/>
          </p:cNvCxnSpPr>
          <p:nvPr/>
        </p:nvCxnSpPr>
        <p:spPr>
          <a:xfrm rot="5400000" flipH="1" flipV="1">
            <a:off x="5774120" y="2949453"/>
            <a:ext cx="7888" cy="1718442"/>
          </a:xfrm>
          <a:prstGeom prst="curvedConnector3">
            <a:avLst>
              <a:gd name="adj1" fmla="val -2898073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50701A-0DBF-A13F-3521-5779D28F239F}"/>
              </a:ext>
            </a:extLst>
          </p:cNvPr>
          <p:cNvCxnSpPr>
            <a:stCxn id="31" idx="6"/>
            <a:endCxn id="32" idx="2"/>
          </p:cNvCxnSpPr>
          <p:nvPr/>
        </p:nvCxnSpPr>
        <p:spPr>
          <a:xfrm flipV="1">
            <a:off x="2774731" y="1807176"/>
            <a:ext cx="1996967" cy="5263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4AA45-90A9-9BF3-0AAF-750F4A01162F}"/>
                  </a:ext>
                </a:extLst>
              </p:cNvPr>
              <p:cNvSpPr txBox="1"/>
              <p:nvPr/>
            </p:nvSpPr>
            <p:spPr>
              <a:xfrm>
                <a:off x="3477867" y="1899210"/>
                <a:ext cx="594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3919D3-4BA1-E96B-E58C-44EBB534F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867" y="1899210"/>
                <a:ext cx="594137" cy="369332"/>
              </a:xfrm>
              <a:prstGeom prst="rect">
                <a:avLst/>
              </a:prstGeom>
              <a:blipFill>
                <a:blip r:embed="rId10"/>
                <a:stretch>
                  <a:fillRect l="-12766" r="-1063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29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064315-30B4-59F5-7F09-9B3A55644D1F}"/>
              </a:ext>
            </a:extLst>
          </p:cNvPr>
          <p:cNvCxnSpPr>
            <a:cxnSpLocks/>
          </p:cNvCxnSpPr>
          <p:nvPr/>
        </p:nvCxnSpPr>
        <p:spPr>
          <a:xfrm>
            <a:off x="2933036" y="3050262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59831-B26E-91B9-2F48-F7F4EA90F113}"/>
              </a:ext>
            </a:extLst>
          </p:cNvPr>
          <p:cNvCxnSpPr>
            <a:cxnSpLocks/>
          </p:cNvCxnSpPr>
          <p:nvPr/>
        </p:nvCxnSpPr>
        <p:spPr>
          <a:xfrm>
            <a:off x="2933036" y="2540511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69B951-6049-E600-3E78-A3493FA6A729}"/>
              </a:ext>
            </a:extLst>
          </p:cNvPr>
          <p:cNvCxnSpPr>
            <a:cxnSpLocks/>
          </p:cNvCxnSpPr>
          <p:nvPr/>
        </p:nvCxnSpPr>
        <p:spPr>
          <a:xfrm>
            <a:off x="2933036" y="2020249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FACA6B-7946-58D3-6AF7-2DF6CAC086F0}"/>
              </a:ext>
            </a:extLst>
          </p:cNvPr>
          <p:cNvCxnSpPr>
            <a:cxnSpLocks/>
          </p:cNvCxnSpPr>
          <p:nvPr/>
        </p:nvCxnSpPr>
        <p:spPr>
          <a:xfrm>
            <a:off x="2933036" y="1521008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3CA7E7-7C22-DEE5-88A3-7F19A31EFE3A}"/>
              </a:ext>
            </a:extLst>
          </p:cNvPr>
          <p:cNvCxnSpPr>
            <a:cxnSpLocks/>
          </p:cNvCxnSpPr>
          <p:nvPr/>
        </p:nvCxnSpPr>
        <p:spPr>
          <a:xfrm>
            <a:off x="2933036" y="1032277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0E1DA7-3130-F6E5-B3BF-BD6677242AD0}"/>
              </a:ext>
            </a:extLst>
          </p:cNvPr>
          <p:cNvSpPr txBox="1"/>
          <p:nvPr/>
        </p:nvSpPr>
        <p:spPr>
          <a:xfrm rot="16200000">
            <a:off x="1461401" y="1697083"/>
            <a:ext cx="1765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Weight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71162B-84B0-317E-A58D-93685C9FD202}"/>
                  </a:ext>
                </a:extLst>
              </p:cNvPr>
              <p:cNvSpPr txBox="1"/>
              <p:nvPr/>
            </p:nvSpPr>
            <p:spPr>
              <a:xfrm>
                <a:off x="2673499" y="2916037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71162B-84B0-317E-A58D-93685C9FD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2916037"/>
                <a:ext cx="155491" cy="246221"/>
              </a:xfrm>
              <a:prstGeom prst="rect">
                <a:avLst/>
              </a:prstGeom>
              <a:blipFill>
                <a:blip r:embed="rId2"/>
                <a:stretch>
                  <a:fillRect l="-30769" r="-30769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DFF41E-EC65-FD78-480D-06066CDA038F}"/>
                  </a:ext>
                </a:extLst>
              </p:cNvPr>
              <p:cNvSpPr txBox="1"/>
              <p:nvPr/>
            </p:nvSpPr>
            <p:spPr>
              <a:xfrm>
                <a:off x="2673499" y="2406286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DFF41E-EC65-FD78-480D-06066CDA0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2406286"/>
                <a:ext cx="155491" cy="246221"/>
              </a:xfrm>
              <a:prstGeom prst="rect">
                <a:avLst/>
              </a:prstGeom>
              <a:blipFill>
                <a:blip r:embed="rId3"/>
                <a:stretch>
                  <a:fillRect l="-30769" r="-3076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3A5E80-8306-7C7E-4322-3603D33F7EAA}"/>
                  </a:ext>
                </a:extLst>
              </p:cNvPr>
              <p:cNvSpPr txBox="1"/>
              <p:nvPr/>
            </p:nvSpPr>
            <p:spPr>
              <a:xfrm>
                <a:off x="2673499" y="1886024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3A5E80-8306-7C7E-4322-3603D33F7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1886024"/>
                <a:ext cx="155491" cy="246221"/>
              </a:xfrm>
              <a:prstGeom prst="rect">
                <a:avLst/>
              </a:prstGeom>
              <a:blipFill>
                <a:blip r:embed="rId4"/>
                <a:stretch>
                  <a:fillRect l="-30769" r="-3076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DB2556-F561-7EF6-9F26-E10249660915}"/>
                  </a:ext>
                </a:extLst>
              </p:cNvPr>
              <p:cNvSpPr txBox="1"/>
              <p:nvPr/>
            </p:nvSpPr>
            <p:spPr>
              <a:xfrm>
                <a:off x="2673499" y="1386783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DB2556-F561-7EF6-9F26-E10249660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1386783"/>
                <a:ext cx="155491" cy="246221"/>
              </a:xfrm>
              <a:prstGeom prst="rect">
                <a:avLst/>
              </a:prstGeom>
              <a:blipFill>
                <a:blip r:embed="rId5"/>
                <a:stretch>
                  <a:fillRect l="-30769" r="-30769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DEF952-1A80-7229-775D-719E2B5B75E1}"/>
                  </a:ext>
                </a:extLst>
              </p:cNvPr>
              <p:cNvSpPr txBox="1"/>
              <p:nvPr/>
            </p:nvSpPr>
            <p:spPr>
              <a:xfrm>
                <a:off x="2673499" y="898052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DEF952-1A80-7229-775D-719E2B5B7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898052"/>
                <a:ext cx="155491" cy="246221"/>
              </a:xfrm>
              <a:prstGeom prst="rect">
                <a:avLst/>
              </a:prstGeom>
              <a:blipFill>
                <a:blip r:embed="rId6"/>
                <a:stretch>
                  <a:fillRect l="-30769" r="-30769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D1EA24-CCFC-7AD1-4868-429E66F351A8}"/>
                  </a:ext>
                </a:extLst>
              </p:cNvPr>
              <p:cNvSpPr txBox="1"/>
              <p:nvPr/>
            </p:nvSpPr>
            <p:spPr>
              <a:xfrm>
                <a:off x="3137466" y="509056"/>
                <a:ext cx="1586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D1EA24-CCFC-7AD1-4868-429E66F35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466" y="509056"/>
                <a:ext cx="158698" cy="369332"/>
              </a:xfrm>
              <a:prstGeom prst="rect">
                <a:avLst/>
              </a:prstGeom>
              <a:blipFill>
                <a:blip r:embed="rId7"/>
                <a:stretch>
                  <a:fillRect l="-46154" r="-3846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D95D6A71-5116-1F38-788B-4DE20FEF8C7E}"/>
              </a:ext>
            </a:extLst>
          </p:cNvPr>
          <p:cNvSpPr/>
          <p:nvPr/>
        </p:nvSpPr>
        <p:spPr>
          <a:xfrm>
            <a:off x="3800328" y="1966901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55D1A3-7F95-CF06-C698-2885ABC6DE83}"/>
              </a:ext>
            </a:extLst>
          </p:cNvPr>
          <p:cNvSpPr/>
          <p:nvPr/>
        </p:nvSpPr>
        <p:spPr>
          <a:xfrm>
            <a:off x="4369823" y="1446639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59AD0B-15F2-4500-1887-E33B129101AC}"/>
              </a:ext>
            </a:extLst>
          </p:cNvPr>
          <p:cNvSpPr/>
          <p:nvPr/>
        </p:nvSpPr>
        <p:spPr>
          <a:xfrm>
            <a:off x="4369823" y="2476652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C52DDB5-C593-5082-15E5-0C36909873B6}"/>
              </a:ext>
            </a:extLst>
          </p:cNvPr>
          <p:cNvSpPr/>
          <p:nvPr/>
        </p:nvSpPr>
        <p:spPr>
          <a:xfrm>
            <a:off x="4952686" y="947398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EE2DA1-7D5C-B057-4979-E91E1CBF8AE2}"/>
              </a:ext>
            </a:extLst>
          </p:cNvPr>
          <p:cNvCxnSpPr>
            <a:cxnSpLocks/>
          </p:cNvCxnSpPr>
          <p:nvPr/>
        </p:nvCxnSpPr>
        <p:spPr>
          <a:xfrm flipV="1">
            <a:off x="3853676" y="781456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09D949-69BD-0FA1-512C-4C55C14163F0}"/>
              </a:ext>
            </a:extLst>
          </p:cNvPr>
          <p:cNvCxnSpPr>
            <a:cxnSpLocks/>
          </p:cNvCxnSpPr>
          <p:nvPr/>
        </p:nvCxnSpPr>
        <p:spPr>
          <a:xfrm flipV="1">
            <a:off x="4423171" y="781456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D44DBB-E534-F732-9864-CAE32896E74B}"/>
              </a:ext>
            </a:extLst>
          </p:cNvPr>
          <p:cNvCxnSpPr>
            <a:cxnSpLocks/>
          </p:cNvCxnSpPr>
          <p:nvPr/>
        </p:nvCxnSpPr>
        <p:spPr>
          <a:xfrm flipV="1">
            <a:off x="5580905" y="781456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DA42A98-384D-7550-C13B-DF329DFB93D6}"/>
              </a:ext>
            </a:extLst>
          </p:cNvPr>
          <p:cNvSpPr/>
          <p:nvPr/>
        </p:nvSpPr>
        <p:spPr>
          <a:xfrm>
            <a:off x="4952686" y="1966901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C245B04-EC73-806C-22FE-CE1B50A1E042}"/>
              </a:ext>
            </a:extLst>
          </p:cNvPr>
          <p:cNvSpPr/>
          <p:nvPr/>
        </p:nvSpPr>
        <p:spPr>
          <a:xfrm>
            <a:off x="5527557" y="1446639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CDB1E-E912-7112-C4D5-3A780C660EC3}"/>
              </a:ext>
            </a:extLst>
          </p:cNvPr>
          <p:cNvCxnSpPr>
            <a:cxnSpLocks/>
          </p:cNvCxnSpPr>
          <p:nvPr/>
        </p:nvCxnSpPr>
        <p:spPr>
          <a:xfrm flipV="1">
            <a:off x="5004707" y="781456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792ABB1-AD4F-E6B6-B242-2E93671371B8}"/>
              </a:ext>
            </a:extLst>
          </p:cNvPr>
          <p:cNvSpPr/>
          <p:nvPr/>
        </p:nvSpPr>
        <p:spPr>
          <a:xfrm>
            <a:off x="5527557" y="2476652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0999CFB-C5D4-605C-FE31-5706D2E5ED5A}"/>
              </a:ext>
            </a:extLst>
          </p:cNvPr>
          <p:cNvCxnSpPr>
            <a:stCxn id="16" idx="7"/>
            <a:endCxn id="17" idx="3"/>
          </p:cNvCxnSpPr>
          <p:nvPr/>
        </p:nvCxnSpPr>
        <p:spPr>
          <a:xfrm flipV="1">
            <a:off x="3891399" y="1537710"/>
            <a:ext cx="494049" cy="4448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6F2F9D-C3DD-68D3-4362-B93A67C4281E}"/>
              </a:ext>
            </a:extLst>
          </p:cNvPr>
          <p:cNvCxnSpPr>
            <a:cxnSpLocks/>
            <a:stCxn id="16" idx="5"/>
            <a:endCxn id="18" idx="1"/>
          </p:cNvCxnSpPr>
          <p:nvPr/>
        </p:nvCxnSpPr>
        <p:spPr>
          <a:xfrm>
            <a:off x="3891399" y="2057972"/>
            <a:ext cx="494049" cy="43430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71E993-D39E-FB1A-79B9-0A8AC16BFF37}"/>
              </a:ext>
            </a:extLst>
          </p:cNvPr>
          <p:cNvCxnSpPr>
            <a:cxnSpLocks/>
            <a:stCxn id="17" idx="7"/>
            <a:endCxn id="19" idx="3"/>
          </p:cNvCxnSpPr>
          <p:nvPr/>
        </p:nvCxnSpPr>
        <p:spPr>
          <a:xfrm flipV="1">
            <a:off x="4460894" y="1038469"/>
            <a:ext cx="507417" cy="4237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DA7BE18-766C-F309-45D5-96493645ACBD}"/>
              </a:ext>
            </a:extLst>
          </p:cNvPr>
          <p:cNvCxnSpPr>
            <a:cxnSpLocks/>
            <a:stCxn id="17" idx="5"/>
            <a:endCxn id="23" idx="1"/>
          </p:cNvCxnSpPr>
          <p:nvPr/>
        </p:nvCxnSpPr>
        <p:spPr>
          <a:xfrm>
            <a:off x="4460894" y="1537710"/>
            <a:ext cx="507417" cy="4448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E83DFD-2B77-9810-8C77-7102CBE356B2}"/>
              </a:ext>
            </a:extLst>
          </p:cNvPr>
          <p:cNvCxnSpPr>
            <a:cxnSpLocks/>
            <a:stCxn id="18" idx="7"/>
            <a:endCxn id="23" idx="3"/>
          </p:cNvCxnSpPr>
          <p:nvPr/>
        </p:nvCxnSpPr>
        <p:spPr>
          <a:xfrm flipV="1">
            <a:off x="4460894" y="2057972"/>
            <a:ext cx="507417" cy="43430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DAC3D6-D6DF-409A-45C3-00E45319C758}"/>
              </a:ext>
            </a:extLst>
          </p:cNvPr>
          <p:cNvCxnSpPr>
            <a:cxnSpLocks/>
            <a:stCxn id="23" idx="7"/>
            <a:endCxn id="24" idx="3"/>
          </p:cNvCxnSpPr>
          <p:nvPr/>
        </p:nvCxnSpPr>
        <p:spPr>
          <a:xfrm flipV="1">
            <a:off x="5043757" y="1537710"/>
            <a:ext cx="499425" cy="4448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9B83D2-BD5A-CD27-491D-8065AF3F18A9}"/>
              </a:ext>
            </a:extLst>
          </p:cNvPr>
          <p:cNvCxnSpPr>
            <a:cxnSpLocks/>
            <a:stCxn id="23" idx="5"/>
            <a:endCxn id="26" idx="1"/>
          </p:cNvCxnSpPr>
          <p:nvPr/>
        </p:nvCxnSpPr>
        <p:spPr>
          <a:xfrm>
            <a:off x="5043757" y="2057972"/>
            <a:ext cx="499425" cy="43430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700578-6662-BB18-B0CD-47CE7D42FB17}"/>
              </a:ext>
            </a:extLst>
          </p:cNvPr>
          <p:cNvCxnSpPr>
            <a:cxnSpLocks/>
            <a:stCxn id="19" idx="5"/>
            <a:endCxn id="24" idx="1"/>
          </p:cNvCxnSpPr>
          <p:nvPr/>
        </p:nvCxnSpPr>
        <p:spPr>
          <a:xfrm>
            <a:off x="5043757" y="1038469"/>
            <a:ext cx="499425" cy="4237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7C238A9-51E3-BD08-90BE-9C7B84229E9F}"/>
              </a:ext>
            </a:extLst>
          </p:cNvPr>
          <p:cNvCxnSpPr>
            <a:cxnSpLocks/>
            <a:stCxn id="19" idx="7"/>
          </p:cNvCxnSpPr>
          <p:nvPr/>
        </p:nvCxnSpPr>
        <p:spPr>
          <a:xfrm flipV="1">
            <a:off x="5043757" y="781456"/>
            <a:ext cx="180702" cy="1815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A3B3EA04-7519-1571-B651-FAA3B68D1ECF}"/>
              </a:ext>
            </a:extLst>
          </p:cNvPr>
          <p:cNvSpPr/>
          <p:nvPr/>
        </p:nvSpPr>
        <p:spPr>
          <a:xfrm>
            <a:off x="4946021" y="2996913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72FD502-B7C9-2D6F-46BC-1068F2487AF9}"/>
              </a:ext>
            </a:extLst>
          </p:cNvPr>
          <p:cNvCxnSpPr>
            <a:cxnSpLocks/>
            <a:stCxn id="18" idx="5"/>
            <a:endCxn id="36" idx="1"/>
          </p:cNvCxnSpPr>
          <p:nvPr/>
        </p:nvCxnSpPr>
        <p:spPr>
          <a:xfrm>
            <a:off x="4460894" y="2567723"/>
            <a:ext cx="500752" cy="444815"/>
          </a:xfrm>
          <a:prstGeom prst="straightConnector1">
            <a:avLst/>
          </a:prstGeom>
          <a:ln>
            <a:solidFill>
              <a:srgbClr val="C00000">
                <a:alpha val="50196"/>
              </a:srgb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3804036-9643-BA77-C94A-03EB37407D91}"/>
                  </a:ext>
                </a:extLst>
              </p:cNvPr>
              <p:cNvSpPr txBox="1"/>
              <p:nvPr/>
            </p:nvSpPr>
            <p:spPr>
              <a:xfrm>
                <a:off x="3781867" y="3213556"/>
                <a:ext cx="1399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3804036-9643-BA77-C94A-03EB37407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867" y="3213556"/>
                <a:ext cx="139910" cy="215444"/>
              </a:xfrm>
              <a:prstGeom prst="rect">
                <a:avLst/>
              </a:prstGeom>
              <a:blipFill>
                <a:blip r:embed="rId8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EBF3513-9064-081A-6CE5-6B641205C4DC}"/>
                  </a:ext>
                </a:extLst>
              </p:cNvPr>
              <p:cNvSpPr txBox="1"/>
              <p:nvPr/>
            </p:nvSpPr>
            <p:spPr>
              <a:xfrm>
                <a:off x="4228694" y="3199812"/>
                <a:ext cx="38895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EBF3513-9064-081A-6CE5-6B641205C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694" y="3199812"/>
                <a:ext cx="388953" cy="215444"/>
              </a:xfrm>
              <a:prstGeom prst="rect">
                <a:avLst/>
              </a:prstGeom>
              <a:blipFill>
                <a:blip r:embed="rId9"/>
                <a:stretch>
                  <a:fillRect l="-12903" t="-5882" r="-16129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96C1FD-7676-FC3C-D06F-8CEA821ACDA4}"/>
                  </a:ext>
                </a:extLst>
              </p:cNvPr>
              <p:cNvSpPr txBox="1"/>
              <p:nvPr/>
            </p:nvSpPr>
            <p:spPr>
              <a:xfrm>
                <a:off x="4745782" y="3211758"/>
                <a:ext cx="44505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96C1FD-7676-FC3C-D06F-8CEA821AC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82" y="3211758"/>
                <a:ext cx="445058" cy="215444"/>
              </a:xfrm>
              <a:prstGeom prst="rect">
                <a:avLst/>
              </a:prstGeom>
              <a:blipFill>
                <a:blip r:embed="rId10"/>
                <a:stretch>
                  <a:fillRect l="-11111" r="-1388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4406E2E-35BB-F264-2856-42DB0A311D69}"/>
                  </a:ext>
                </a:extLst>
              </p:cNvPr>
              <p:cNvSpPr txBox="1"/>
              <p:nvPr/>
            </p:nvSpPr>
            <p:spPr>
              <a:xfrm>
                <a:off x="5310286" y="3211758"/>
                <a:ext cx="54123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𝑜𝑖𝑝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4406E2E-35BB-F264-2856-42DB0A311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286" y="3211758"/>
                <a:ext cx="541238" cy="215444"/>
              </a:xfrm>
              <a:prstGeom prst="rect">
                <a:avLst/>
              </a:prstGeom>
              <a:blipFill>
                <a:blip r:embed="rId11"/>
                <a:stretch>
                  <a:fillRect l="-11628" r="-1162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63EDCB9-F332-3F61-3570-472F568F9D1D}"/>
              </a:ext>
            </a:extLst>
          </p:cNvPr>
          <p:cNvCxnSpPr>
            <a:cxnSpLocks/>
          </p:cNvCxnSpPr>
          <p:nvPr/>
        </p:nvCxnSpPr>
        <p:spPr>
          <a:xfrm>
            <a:off x="6562318" y="3052707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637843E-BE4F-B7CF-9A4D-5DFFAE52BAA8}"/>
              </a:ext>
            </a:extLst>
          </p:cNvPr>
          <p:cNvCxnSpPr>
            <a:cxnSpLocks/>
          </p:cNvCxnSpPr>
          <p:nvPr/>
        </p:nvCxnSpPr>
        <p:spPr>
          <a:xfrm>
            <a:off x="6562318" y="2542956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30F9E9-DDAA-70E1-3AF9-E4A59E6BEE48}"/>
              </a:ext>
            </a:extLst>
          </p:cNvPr>
          <p:cNvCxnSpPr>
            <a:cxnSpLocks/>
          </p:cNvCxnSpPr>
          <p:nvPr/>
        </p:nvCxnSpPr>
        <p:spPr>
          <a:xfrm>
            <a:off x="6562318" y="2022694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2F57232-D8BD-B1F6-AF08-EF2798A2072F}"/>
              </a:ext>
            </a:extLst>
          </p:cNvPr>
          <p:cNvCxnSpPr>
            <a:cxnSpLocks/>
          </p:cNvCxnSpPr>
          <p:nvPr/>
        </p:nvCxnSpPr>
        <p:spPr>
          <a:xfrm>
            <a:off x="6562318" y="1523453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ECC885-7AB9-7292-E0D0-FB493019FE95}"/>
              </a:ext>
            </a:extLst>
          </p:cNvPr>
          <p:cNvCxnSpPr>
            <a:cxnSpLocks/>
          </p:cNvCxnSpPr>
          <p:nvPr/>
        </p:nvCxnSpPr>
        <p:spPr>
          <a:xfrm>
            <a:off x="6562318" y="1034722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90AB0F-CE79-CC22-B494-5E467B8A1A19}"/>
                  </a:ext>
                </a:extLst>
              </p:cNvPr>
              <p:cNvSpPr txBox="1"/>
              <p:nvPr/>
            </p:nvSpPr>
            <p:spPr>
              <a:xfrm>
                <a:off x="6302781" y="2918482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90AB0F-CE79-CC22-B494-5E467B8A1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781" y="2918482"/>
                <a:ext cx="155491" cy="246221"/>
              </a:xfrm>
              <a:prstGeom prst="rect">
                <a:avLst/>
              </a:prstGeom>
              <a:blipFill>
                <a:blip r:embed="rId12"/>
                <a:stretch>
                  <a:fillRect l="-30769" r="-30769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1F7EBFA-E237-406B-F52D-EB576348AE49}"/>
                  </a:ext>
                </a:extLst>
              </p:cNvPr>
              <p:cNvSpPr txBox="1"/>
              <p:nvPr/>
            </p:nvSpPr>
            <p:spPr>
              <a:xfrm>
                <a:off x="6302781" y="2408731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1F7EBFA-E237-406B-F52D-EB576348A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781" y="2408731"/>
                <a:ext cx="155491" cy="246221"/>
              </a:xfrm>
              <a:prstGeom prst="rect">
                <a:avLst/>
              </a:prstGeom>
              <a:blipFill>
                <a:blip r:embed="rId13"/>
                <a:stretch>
                  <a:fillRect l="-30769" r="-30769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088C338-C002-4A77-10B7-F8D659B58149}"/>
                  </a:ext>
                </a:extLst>
              </p:cNvPr>
              <p:cNvSpPr txBox="1"/>
              <p:nvPr/>
            </p:nvSpPr>
            <p:spPr>
              <a:xfrm>
                <a:off x="6302781" y="1888469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088C338-C002-4A77-10B7-F8D659B58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781" y="1888469"/>
                <a:ext cx="155491" cy="246221"/>
              </a:xfrm>
              <a:prstGeom prst="rect">
                <a:avLst/>
              </a:prstGeom>
              <a:blipFill>
                <a:blip r:embed="rId14"/>
                <a:stretch>
                  <a:fillRect l="-30769" r="-3076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67DBC3D-D11D-D5EF-3181-93055696A7D5}"/>
                  </a:ext>
                </a:extLst>
              </p:cNvPr>
              <p:cNvSpPr txBox="1"/>
              <p:nvPr/>
            </p:nvSpPr>
            <p:spPr>
              <a:xfrm>
                <a:off x="6302781" y="1389228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67DBC3D-D11D-D5EF-3181-93055696A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781" y="1389228"/>
                <a:ext cx="155491" cy="246221"/>
              </a:xfrm>
              <a:prstGeom prst="rect">
                <a:avLst/>
              </a:prstGeom>
              <a:blipFill>
                <a:blip r:embed="rId15"/>
                <a:stretch>
                  <a:fillRect l="-30769" r="-3076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8C59477-1243-0F3E-0F59-0689FA1EFA89}"/>
                  </a:ext>
                </a:extLst>
              </p:cNvPr>
              <p:cNvSpPr txBox="1"/>
              <p:nvPr/>
            </p:nvSpPr>
            <p:spPr>
              <a:xfrm>
                <a:off x="6302781" y="900497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8C59477-1243-0F3E-0F59-0689FA1EF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781" y="900497"/>
                <a:ext cx="155491" cy="246221"/>
              </a:xfrm>
              <a:prstGeom prst="rect">
                <a:avLst/>
              </a:prstGeom>
              <a:blipFill>
                <a:blip r:embed="rId16"/>
                <a:stretch>
                  <a:fillRect l="-30769" r="-3076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C29A16E-8EEC-9DB2-AD3B-52481E7DD885}"/>
                  </a:ext>
                </a:extLst>
              </p:cNvPr>
              <p:cNvSpPr txBox="1"/>
              <p:nvPr/>
            </p:nvSpPr>
            <p:spPr>
              <a:xfrm>
                <a:off x="6766748" y="511501"/>
                <a:ext cx="1586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C29A16E-8EEC-9DB2-AD3B-52481E7DD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748" y="511501"/>
                <a:ext cx="158698" cy="369332"/>
              </a:xfrm>
              <a:prstGeom prst="rect">
                <a:avLst/>
              </a:prstGeom>
              <a:blipFill>
                <a:blip r:embed="rId7"/>
                <a:stretch>
                  <a:fillRect l="-35714" r="-3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val 54">
            <a:extLst>
              <a:ext uri="{FF2B5EF4-FFF2-40B4-BE49-F238E27FC236}">
                <a16:creationId xmlns:a16="http://schemas.microsoft.com/office/drawing/2014/main" id="{98C5259F-33FD-D843-B3C3-3F773657C381}"/>
              </a:ext>
            </a:extLst>
          </p:cNvPr>
          <p:cNvSpPr/>
          <p:nvPr/>
        </p:nvSpPr>
        <p:spPr>
          <a:xfrm>
            <a:off x="7429610" y="981374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235C792-39D2-4844-BE97-0856B0ACDEF9}"/>
              </a:ext>
            </a:extLst>
          </p:cNvPr>
          <p:cNvSpPr/>
          <p:nvPr/>
        </p:nvSpPr>
        <p:spPr>
          <a:xfrm>
            <a:off x="7999105" y="1449084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075D94D-FB44-2852-32D0-648E6C8F7BAE}"/>
              </a:ext>
            </a:extLst>
          </p:cNvPr>
          <p:cNvSpPr/>
          <p:nvPr/>
        </p:nvSpPr>
        <p:spPr>
          <a:xfrm>
            <a:off x="8581968" y="949843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DB5307-8E48-C103-B92B-82BC6185515A}"/>
              </a:ext>
            </a:extLst>
          </p:cNvPr>
          <p:cNvCxnSpPr>
            <a:cxnSpLocks/>
          </p:cNvCxnSpPr>
          <p:nvPr/>
        </p:nvCxnSpPr>
        <p:spPr>
          <a:xfrm flipV="1">
            <a:off x="9210187" y="783901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6AC270BC-AA35-93AB-336D-27B3B1698FA8}"/>
              </a:ext>
            </a:extLst>
          </p:cNvPr>
          <p:cNvSpPr/>
          <p:nvPr/>
        </p:nvSpPr>
        <p:spPr>
          <a:xfrm>
            <a:off x="8581968" y="1969346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4A0F2DD-DAF7-860B-09B1-EB3AC5E9E6AC}"/>
              </a:ext>
            </a:extLst>
          </p:cNvPr>
          <p:cNvSpPr/>
          <p:nvPr/>
        </p:nvSpPr>
        <p:spPr>
          <a:xfrm>
            <a:off x="9156839" y="1449084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D753839-EB3C-78D2-67A3-2A319399FEBE}"/>
              </a:ext>
            </a:extLst>
          </p:cNvPr>
          <p:cNvCxnSpPr>
            <a:cxnSpLocks/>
          </p:cNvCxnSpPr>
          <p:nvPr/>
        </p:nvCxnSpPr>
        <p:spPr>
          <a:xfrm flipV="1">
            <a:off x="8633989" y="783901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6C40D409-73BB-EE09-5272-FCFC4D9993E3}"/>
              </a:ext>
            </a:extLst>
          </p:cNvPr>
          <p:cNvSpPr/>
          <p:nvPr/>
        </p:nvSpPr>
        <p:spPr>
          <a:xfrm>
            <a:off x="9156839" y="2479097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2C37803-6691-BFB2-F632-ADA2243E5C16}"/>
              </a:ext>
            </a:extLst>
          </p:cNvPr>
          <p:cNvCxnSpPr>
            <a:cxnSpLocks/>
            <a:stCxn id="55" idx="5"/>
            <a:endCxn id="56" idx="1"/>
          </p:cNvCxnSpPr>
          <p:nvPr/>
        </p:nvCxnSpPr>
        <p:spPr>
          <a:xfrm>
            <a:off x="7520681" y="1072445"/>
            <a:ext cx="494049" cy="39226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24AB26E-3703-B665-E99E-427AADA10A2C}"/>
              </a:ext>
            </a:extLst>
          </p:cNvPr>
          <p:cNvCxnSpPr>
            <a:cxnSpLocks/>
            <a:stCxn id="56" idx="7"/>
            <a:endCxn id="58" idx="3"/>
          </p:cNvCxnSpPr>
          <p:nvPr/>
        </p:nvCxnSpPr>
        <p:spPr>
          <a:xfrm flipV="1">
            <a:off x="8090176" y="1040914"/>
            <a:ext cx="507417" cy="4237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6DC830C-4CA0-DF6B-2191-E1A910500618}"/>
              </a:ext>
            </a:extLst>
          </p:cNvPr>
          <p:cNvCxnSpPr>
            <a:cxnSpLocks/>
            <a:stCxn id="56" idx="5"/>
            <a:endCxn id="62" idx="1"/>
          </p:cNvCxnSpPr>
          <p:nvPr/>
        </p:nvCxnSpPr>
        <p:spPr>
          <a:xfrm>
            <a:off x="8090176" y="1540155"/>
            <a:ext cx="507417" cy="4448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5D5E16D-19B9-D9CD-D6FF-2FA82E7E8C13}"/>
              </a:ext>
            </a:extLst>
          </p:cNvPr>
          <p:cNvCxnSpPr>
            <a:cxnSpLocks/>
            <a:stCxn id="62" idx="7"/>
            <a:endCxn id="63" idx="3"/>
          </p:cNvCxnSpPr>
          <p:nvPr/>
        </p:nvCxnSpPr>
        <p:spPr>
          <a:xfrm flipV="1">
            <a:off x="8673039" y="1540155"/>
            <a:ext cx="499425" cy="4448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E9F3B2F-54EE-5DD0-99E3-4A617CC4BAAA}"/>
              </a:ext>
            </a:extLst>
          </p:cNvPr>
          <p:cNvCxnSpPr>
            <a:cxnSpLocks/>
            <a:stCxn id="62" idx="5"/>
            <a:endCxn id="65" idx="1"/>
          </p:cNvCxnSpPr>
          <p:nvPr/>
        </p:nvCxnSpPr>
        <p:spPr>
          <a:xfrm>
            <a:off x="8673039" y="2060417"/>
            <a:ext cx="499425" cy="43430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37F0D59-3F1B-0B82-E2BD-85C395F180A6}"/>
              </a:ext>
            </a:extLst>
          </p:cNvPr>
          <p:cNvCxnSpPr>
            <a:cxnSpLocks/>
            <a:stCxn id="58" idx="5"/>
            <a:endCxn id="63" idx="1"/>
          </p:cNvCxnSpPr>
          <p:nvPr/>
        </p:nvCxnSpPr>
        <p:spPr>
          <a:xfrm>
            <a:off x="8673039" y="1040914"/>
            <a:ext cx="499425" cy="4237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CE669B3-583E-5D73-909C-F39451885F82}"/>
              </a:ext>
            </a:extLst>
          </p:cNvPr>
          <p:cNvCxnSpPr>
            <a:cxnSpLocks/>
            <a:stCxn id="58" idx="7"/>
          </p:cNvCxnSpPr>
          <p:nvPr/>
        </p:nvCxnSpPr>
        <p:spPr>
          <a:xfrm flipV="1">
            <a:off x="8673039" y="783901"/>
            <a:ext cx="180702" cy="1815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3BF10DF-9CE0-CF31-E9A7-060722667C58}"/>
                  </a:ext>
                </a:extLst>
              </p:cNvPr>
              <p:cNvSpPr txBox="1"/>
              <p:nvPr/>
            </p:nvSpPr>
            <p:spPr>
              <a:xfrm>
                <a:off x="7411149" y="3216001"/>
                <a:ext cx="1399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3BF10DF-9CE0-CF31-E9A7-060722667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149" y="3216001"/>
                <a:ext cx="139910" cy="215444"/>
              </a:xfrm>
              <a:prstGeom prst="rect">
                <a:avLst/>
              </a:prstGeom>
              <a:blipFill>
                <a:blip r:embed="rId1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10BAA29-95A5-2A1F-89B9-899521B1396A}"/>
                  </a:ext>
                </a:extLst>
              </p:cNvPr>
              <p:cNvSpPr txBox="1"/>
              <p:nvPr/>
            </p:nvSpPr>
            <p:spPr>
              <a:xfrm>
                <a:off x="7857976" y="3202257"/>
                <a:ext cx="38895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10BAA29-95A5-2A1F-89B9-899521B13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976" y="3202257"/>
                <a:ext cx="388953" cy="215444"/>
              </a:xfrm>
              <a:prstGeom prst="rect">
                <a:avLst/>
              </a:prstGeom>
              <a:blipFill>
                <a:blip r:embed="rId18"/>
                <a:stretch>
                  <a:fillRect l="-12500" t="-5556" r="-1562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424C006-6167-B280-826D-4597B019B7C1}"/>
                  </a:ext>
                </a:extLst>
              </p:cNvPr>
              <p:cNvSpPr txBox="1"/>
              <p:nvPr/>
            </p:nvSpPr>
            <p:spPr>
              <a:xfrm>
                <a:off x="8375064" y="3214203"/>
                <a:ext cx="44505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424C006-6167-B280-826D-4597B019B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064" y="3214203"/>
                <a:ext cx="445058" cy="215444"/>
              </a:xfrm>
              <a:prstGeom prst="rect">
                <a:avLst/>
              </a:prstGeom>
              <a:blipFill>
                <a:blip r:embed="rId19"/>
                <a:stretch>
                  <a:fillRect l="-13889" r="-13889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F8503F5-171D-054A-79D3-9EEB183C2422}"/>
                  </a:ext>
                </a:extLst>
              </p:cNvPr>
              <p:cNvSpPr txBox="1"/>
              <p:nvPr/>
            </p:nvSpPr>
            <p:spPr>
              <a:xfrm>
                <a:off x="8939568" y="3214203"/>
                <a:ext cx="54123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𝑜𝑖𝑝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F8503F5-171D-054A-79D3-9EEB183C2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568" y="3214203"/>
                <a:ext cx="541238" cy="215444"/>
              </a:xfrm>
              <a:prstGeom prst="rect">
                <a:avLst/>
              </a:prstGeom>
              <a:blipFill>
                <a:blip r:embed="rId20"/>
                <a:stretch>
                  <a:fillRect l="-9091" r="-11364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252585A-54E0-D472-6DE6-EF2EA44C115D}"/>
              </a:ext>
            </a:extLst>
          </p:cNvPr>
          <p:cNvCxnSpPr>
            <a:cxnSpLocks/>
          </p:cNvCxnSpPr>
          <p:nvPr/>
        </p:nvCxnSpPr>
        <p:spPr>
          <a:xfrm flipV="1">
            <a:off x="7482958" y="783901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74BDB3B-DD45-AB28-4BB8-52F29B3BF9E9}"/>
              </a:ext>
            </a:extLst>
          </p:cNvPr>
          <p:cNvCxnSpPr>
            <a:cxnSpLocks/>
            <a:stCxn id="55" idx="7"/>
          </p:cNvCxnSpPr>
          <p:nvPr/>
        </p:nvCxnSpPr>
        <p:spPr>
          <a:xfrm flipV="1">
            <a:off x="7520681" y="802238"/>
            <a:ext cx="140755" cy="1947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E57A8C8-7EE7-3607-525D-4B075ED31CB3}"/>
              </a:ext>
            </a:extLst>
          </p:cNvPr>
          <p:cNvCxnSpPr>
            <a:cxnSpLocks/>
          </p:cNvCxnSpPr>
          <p:nvPr/>
        </p:nvCxnSpPr>
        <p:spPr>
          <a:xfrm flipV="1">
            <a:off x="8052452" y="783901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0C8FE8B-01DA-FABD-957C-D3C089BF0112}"/>
              </a:ext>
            </a:extLst>
          </p:cNvPr>
          <p:cNvCxnSpPr>
            <a:cxnSpLocks/>
          </p:cNvCxnSpPr>
          <p:nvPr/>
        </p:nvCxnSpPr>
        <p:spPr>
          <a:xfrm>
            <a:off x="2933036" y="6014473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D216437-0674-2A8F-0690-1DCD5181D225}"/>
              </a:ext>
            </a:extLst>
          </p:cNvPr>
          <p:cNvCxnSpPr>
            <a:cxnSpLocks/>
          </p:cNvCxnSpPr>
          <p:nvPr/>
        </p:nvCxnSpPr>
        <p:spPr>
          <a:xfrm>
            <a:off x="2933036" y="5504722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AE6F775-786E-B662-B184-710F042F0F06}"/>
              </a:ext>
            </a:extLst>
          </p:cNvPr>
          <p:cNvCxnSpPr>
            <a:cxnSpLocks/>
          </p:cNvCxnSpPr>
          <p:nvPr/>
        </p:nvCxnSpPr>
        <p:spPr>
          <a:xfrm>
            <a:off x="2933036" y="4984460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AD2E35E-26E3-0C16-4DB7-E50F41F9A479}"/>
              </a:ext>
            </a:extLst>
          </p:cNvPr>
          <p:cNvCxnSpPr>
            <a:cxnSpLocks/>
          </p:cNvCxnSpPr>
          <p:nvPr/>
        </p:nvCxnSpPr>
        <p:spPr>
          <a:xfrm>
            <a:off x="2933036" y="4485219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53E591E-ADB7-6D01-DDF8-AF2911D55D9C}"/>
              </a:ext>
            </a:extLst>
          </p:cNvPr>
          <p:cNvCxnSpPr>
            <a:cxnSpLocks/>
          </p:cNvCxnSpPr>
          <p:nvPr/>
        </p:nvCxnSpPr>
        <p:spPr>
          <a:xfrm>
            <a:off x="2933036" y="3996488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B9BD736A-018F-7CCA-0F7E-C4937F75048C}"/>
                  </a:ext>
                </a:extLst>
              </p:cNvPr>
              <p:cNvSpPr txBox="1"/>
              <p:nvPr/>
            </p:nvSpPr>
            <p:spPr>
              <a:xfrm>
                <a:off x="2673499" y="5880248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B9BD736A-018F-7CCA-0F7E-C4937F750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5880248"/>
                <a:ext cx="155491" cy="246221"/>
              </a:xfrm>
              <a:prstGeom prst="rect">
                <a:avLst/>
              </a:prstGeom>
              <a:blipFill>
                <a:blip r:embed="rId21"/>
                <a:stretch>
                  <a:fillRect l="-30769" r="-3076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04EC6B4-0223-8402-134C-47BD13F91CA2}"/>
                  </a:ext>
                </a:extLst>
              </p:cNvPr>
              <p:cNvSpPr txBox="1"/>
              <p:nvPr/>
            </p:nvSpPr>
            <p:spPr>
              <a:xfrm>
                <a:off x="2673499" y="5370497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04EC6B4-0223-8402-134C-47BD13F91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5370497"/>
                <a:ext cx="155491" cy="246221"/>
              </a:xfrm>
              <a:prstGeom prst="rect">
                <a:avLst/>
              </a:prstGeom>
              <a:blipFill>
                <a:blip r:embed="rId22"/>
                <a:stretch>
                  <a:fillRect l="-30769" r="-30769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EB07A84-B49F-D971-F117-D5095746D68B}"/>
                  </a:ext>
                </a:extLst>
              </p:cNvPr>
              <p:cNvSpPr txBox="1"/>
              <p:nvPr/>
            </p:nvSpPr>
            <p:spPr>
              <a:xfrm>
                <a:off x="2673499" y="4850235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EB07A84-B49F-D971-F117-D5095746D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4850235"/>
                <a:ext cx="155491" cy="246221"/>
              </a:xfrm>
              <a:prstGeom prst="rect">
                <a:avLst/>
              </a:prstGeom>
              <a:blipFill>
                <a:blip r:embed="rId23"/>
                <a:stretch>
                  <a:fillRect l="-30769" r="-3076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75F52DF-22D4-3BDC-07BB-3AEBFE280DA8}"/>
                  </a:ext>
                </a:extLst>
              </p:cNvPr>
              <p:cNvSpPr txBox="1"/>
              <p:nvPr/>
            </p:nvSpPr>
            <p:spPr>
              <a:xfrm>
                <a:off x="2673499" y="4350994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75F52DF-22D4-3BDC-07BB-3AEBFE28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4350994"/>
                <a:ext cx="155491" cy="246221"/>
              </a:xfrm>
              <a:prstGeom prst="rect">
                <a:avLst/>
              </a:prstGeom>
              <a:blipFill>
                <a:blip r:embed="rId24"/>
                <a:stretch>
                  <a:fillRect l="-30769" r="-3076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D07B66A-55FC-DD2F-6669-7C2B5A5C1557}"/>
                  </a:ext>
                </a:extLst>
              </p:cNvPr>
              <p:cNvSpPr txBox="1"/>
              <p:nvPr/>
            </p:nvSpPr>
            <p:spPr>
              <a:xfrm>
                <a:off x="2673499" y="3862263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D07B66A-55FC-DD2F-6669-7C2B5A5C1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9" y="3862263"/>
                <a:ext cx="155491" cy="246221"/>
              </a:xfrm>
              <a:prstGeom prst="rect">
                <a:avLst/>
              </a:prstGeom>
              <a:blipFill>
                <a:blip r:embed="rId25"/>
                <a:stretch>
                  <a:fillRect l="-30769" r="-3076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E9BF16F-E186-9F10-6D3E-AB4380C6353D}"/>
                  </a:ext>
                </a:extLst>
              </p:cNvPr>
              <p:cNvSpPr txBox="1"/>
              <p:nvPr/>
            </p:nvSpPr>
            <p:spPr>
              <a:xfrm>
                <a:off x="3137466" y="3473267"/>
                <a:ext cx="1586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E9BF16F-E186-9F10-6D3E-AB4380C63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466" y="3473267"/>
                <a:ext cx="158698" cy="369332"/>
              </a:xfrm>
              <a:prstGeom prst="rect">
                <a:avLst/>
              </a:prstGeom>
              <a:blipFill>
                <a:blip r:embed="rId26"/>
                <a:stretch>
                  <a:fillRect l="-46154" r="-3846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Oval 134">
            <a:extLst>
              <a:ext uri="{FF2B5EF4-FFF2-40B4-BE49-F238E27FC236}">
                <a16:creationId xmlns:a16="http://schemas.microsoft.com/office/drawing/2014/main" id="{B7C07947-3E8E-C63E-F070-6C13A8797FAF}"/>
              </a:ext>
            </a:extLst>
          </p:cNvPr>
          <p:cNvSpPr/>
          <p:nvPr/>
        </p:nvSpPr>
        <p:spPr>
          <a:xfrm>
            <a:off x="3800328" y="5451374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87F5ADA9-211D-4CB8-00DB-C2213FA48702}"/>
              </a:ext>
            </a:extLst>
          </p:cNvPr>
          <p:cNvSpPr/>
          <p:nvPr/>
        </p:nvSpPr>
        <p:spPr>
          <a:xfrm>
            <a:off x="4369823" y="4931112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056818D6-EA67-AA87-77F0-92C2B4B07290}"/>
              </a:ext>
            </a:extLst>
          </p:cNvPr>
          <p:cNvSpPr/>
          <p:nvPr/>
        </p:nvSpPr>
        <p:spPr>
          <a:xfrm>
            <a:off x="4958090" y="5451374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B01E6D5E-F6BE-CE47-8942-18A895C70756}"/>
              </a:ext>
            </a:extLst>
          </p:cNvPr>
          <p:cNvSpPr/>
          <p:nvPr/>
        </p:nvSpPr>
        <p:spPr>
          <a:xfrm>
            <a:off x="4958675" y="4431871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01680E7E-53CF-1CB5-D3A2-ED3A2B0093AC}"/>
              </a:ext>
            </a:extLst>
          </p:cNvPr>
          <p:cNvCxnSpPr>
            <a:cxnSpLocks/>
            <a:stCxn id="135" idx="7"/>
            <a:endCxn id="136" idx="3"/>
          </p:cNvCxnSpPr>
          <p:nvPr/>
        </p:nvCxnSpPr>
        <p:spPr>
          <a:xfrm flipV="1">
            <a:off x="3891399" y="5022183"/>
            <a:ext cx="494049" cy="4448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5C347A1-122F-BC5F-7D31-F8CF552DF825}"/>
              </a:ext>
            </a:extLst>
          </p:cNvPr>
          <p:cNvCxnSpPr>
            <a:cxnSpLocks/>
            <a:stCxn id="136" idx="5"/>
            <a:endCxn id="137" idx="1"/>
          </p:cNvCxnSpPr>
          <p:nvPr/>
        </p:nvCxnSpPr>
        <p:spPr>
          <a:xfrm>
            <a:off x="4460894" y="5022183"/>
            <a:ext cx="512821" cy="4448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CBAFA063-3BB3-3E23-B0EA-A8D4635CEF75}"/>
                  </a:ext>
                </a:extLst>
              </p:cNvPr>
              <p:cNvSpPr txBox="1"/>
              <p:nvPr/>
            </p:nvSpPr>
            <p:spPr>
              <a:xfrm>
                <a:off x="3781867" y="6177767"/>
                <a:ext cx="1399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CBAFA063-3BB3-3E23-B0EA-A8D4635CE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867" y="6177767"/>
                <a:ext cx="139910" cy="215444"/>
              </a:xfrm>
              <a:prstGeom prst="rect">
                <a:avLst/>
              </a:prstGeom>
              <a:blipFill>
                <a:blip r:embed="rId2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089FA72F-AD11-CFC0-2BFF-6E689B65FDF4}"/>
                  </a:ext>
                </a:extLst>
              </p:cNvPr>
              <p:cNvSpPr txBox="1"/>
              <p:nvPr/>
            </p:nvSpPr>
            <p:spPr>
              <a:xfrm>
                <a:off x="4228694" y="6164023"/>
                <a:ext cx="35240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089FA72F-AD11-CFC0-2BFF-6E689B65F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694" y="6164023"/>
                <a:ext cx="352404" cy="215444"/>
              </a:xfrm>
              <a:prstGeom prst="rect">
                <a:avLst/>
              </a:prstGeom>
              <a:blipFill>
                <a:blip r:embed="rId28"/>
                <a:stretch>
                  <a:fillRect l="-14286" t="-5556" r="-1785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FD19B4A7-D8F7-611C-7E90-C7F60FBFF1FF}"/>
                  </a:ext>
                </a:extLst>
              </p:cNvPr>
              <p:cNvSpPr txBox="1"/>
              <p:nvPr/>
            </p:nvSpPr>
            <p:spPr>
              <a:xfrm>
                <a:off x="4745782" y="6175969"/>
                <a:ext cx="44858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FD19B4A7-D8F7-611C-7E90-C7F60FBFF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82" y="6175969"/>
                <a:ext cx="448584" cy="215444"/>
              </a:xfrm>
              <a:prstGeom prst="rect">
                <a:avLst/>
              </a:prstGeom>
              <a:blipFill>
                <a:blip r:embed="rId29"/>
                <a:stretch>
                  <a:fillRect l="-8333" t="-5556" r="-13889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Oval 161">
            <a:extLst>
              <a:ext uri="{FF2B5EF4-FFF2-40B4-BE49-F238E27FC236}">
                <a16:creationId xmlns:a16="http://schemas.microsoft.com/office/drawing/2014/main" id="{8B58BD42-BEEB-F149-AC60-ECB88BB55A55}"/>
              </a:ext>
            </a:extLst>
          </p:cNvPr>
          <p:cNvSpPr/>
          <p:nvPr/>
        </p:nvSpPr>
        <p:spPr>
          <a:xfrm>
            <a:off x="4354198" y="5959758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433A39F-518C-B130-A9B1-6DEB26BF6D23}"/>
              </a:ext>
            </a:extLst>
          </p:cNvPr>
          <p:cNvCxnSpPr>
            <a:cxnSpLocks/>
          </p:cNvCxnSpPr>
          <p:nvPr/>
        </p:nvCxnSpPr>
        <p:spPr>
          <a:xfrm flipV="1">
            <a:off x="3855904" y="3745667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7AFA17BD-3E10-DBD0-60F1-B367405D1069}"/>
              </a:ext>
            </a:extLst>
          </p:cNvPr>
          <p:cNvCxnSpPr>
            <a:cxnSpLocks/>
          </p:cNvCxnSpPr>
          <p:nvPr/>
        </p:nvCxnSpPr>
        <p:spPr>
          <a:xfrm flipV="1">
            <a:off x="4408202" y="3745667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966301E4-F192-7201-4A3F-5D3C0A46EE5D}"/>
              </a:ext>
            </a:extLst>
          </p:cNvPr>
          <p:cNvCxnSpPr>
            <a:cxnSpLocks/>
            <a:stCxn id="135" idx="5"/>
            <a:endCxn id="162" idx="1"/>
          </p:cNvCxnSpPr>
          <p:nvPr/>
        </p:nvCxnSpPr>
        <p:spPr>
          <a:xfrm>
            <a:off x="3891399" y="5542445"/>
            <a:ext cx="478424" cy="432938"/>
          </a:xfrm>
          <a:prstGeom prst="straightConnector1">
            <a:avLst/>
          </a:prstGeom>
          <a:ln>
            <a:solidFill>
              <a:srgbClr val="C00000">
                <a:alpha val="47843"/>
              </a:srgb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F37FA52C-A1CC-0CEB-2C69-BAAFE223AB19}"/>
              </a:ext>
            </a:extLst>
          </p:cNvPr>
          <p:cNvCxnSpPr>
            <a:cxnSpLocks/>
            <a:stCxn id="136" idx="7"/>
            <a:endCxn id="139" idx="3"/>
          </p:cNvCxnSpPr>
          <p:nvPr/>
        </p:nvCxnSpPr>
        <p:spPr>
          <a:xfrm flipV="1">
            <a:off x="4460894" y="4522942"/>
            <a:ext cx="513406" cy="4237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68BD9160-A9C8-92E3-63DB-9209E42B38FF}"/>
              </a:ext>
            </a:extLst>
          </p:cNvPr>
          <p:cNvCxnSpPr>
            <a:cxnSpLocks/>
          </p:cNvCxnSpPr>
          <p:nvPr/>
        </p:nvCxnSpPr>
        <p:spPr>
          <a:xfrm flipV="1">
            <a:off x="5016168" y="3745667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BD6A75A-57C7-396E-0239-087C13F26293}"/>
              </a:ext>
            </a:extLst>
          </p:cNvPr>
          <p:cNvCxnSpPr>
            <a:cxnSpLocks/>
          </p:cNvCxnSpPr>
          <p:nvPr/>
        </p:nvCxnSpPr>
        <p:spPr>
          <a:xfrm>
            <a:off x="6561996" y="6014266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CA9B208-7A32-1570-4907-93D6FB31DB2C}"/>
              </a:ext>
            </a:extLst>
          </p:cNvPr>
          <p:cNvCxnSpPr>
            <a:cxnSpLocks/>
          </p:cNvCxnSpPr>
          <p:nvPr/>
        </p:nvCxnSpPr>
        <p:spPr>
          <a:xfrm>
            <a:off x="6561996" y="5504515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32A49E-2F71-EC04-2838-6A96350F84BF}"/>
              </a:ext>
            </a:extLst>
          </p:cNvPr>
          <p:cNvCxnSpPr>
            <a:cxnSpLocks/>
          </p:cNvCxnSpPr>
          <p:nvPr/>
        </p:nvCxnSpPr>
        <p:spPr>
          <a:xfrm>
            <a:off x="6561996" y="4984253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17490E49-4EE2-E79A-B123-D95E4F86A430}"/>
              </a:ext>
            </a:extLst>
          </p:cNvPr>
          <p:cNvCxnSpPr>
            <a:cxnSpLocks/>
          </p:cNvCxnSpPr>
          <p:nvPr/>
        </p:nvCxnSpPr>
        <p:spPr>
          <a:xfrm>
            <a:off x="6561996" y="4485012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97B840A-D16E-A9BD-9F7E-9B03967542DF}"/>
              </a:ext>
            </a:extLst>
          </p:cNvPr>
          <p:cNvCxnSpPr>
            <a:cxnSpLocks/>
          </p:cNvCxnSpPr>
          <p:nvPr/>
        </p:nvCxnSpPr>
        <p:spPr>
          <a:xfrm>
            <a:off x="6561996" y="3996281"/>
            <a:ext cx="567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129AE625-4E1D-4BF3-C3DA-3C0B6BD8568B}"/>
                  </a:ext>
                </a:extLst>
              </p:cNvPr>
              <p:cNvSpPr txBox="1"/>
              <p:nvPr/>
            </p:nvSpPr>
            <p:spPr>
              <a:xfrm>
                <a:off x="6302459" y="5880041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129AE625-4E1D-4BF3-C3DA-3C0B6BD85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459" y="5880041"/>
                <a:ext cx="155491" cy="246221"/>
              </a:xfrm>
              <a:prstGeom prst="rect">
                <a:avLst/>
              </a:prstGeom>
              <a:blipFill>
                <a:blip r:embed="rId30"/>
                <a:stretch>
                  <a:fillRect l="-30769" r="-3076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3BFB3A6-5ED1-12ED-A228-19F26B02AB79}"/>
                  </a:ext>
                </a:extLst>
              </p:cNvPr>
              <p:cNvSpPr txBox="1"/>
              <p:nvPr/>
            </p:nvSpPr>
            <p:spPr>
              <a:xfrm>
                <a:off x="6302459" y="5370290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3BFB3A6-5ED1-12ED-A228-19F26B02A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459" y="5370290"/>
                <a:ext cx="155491" cy="246221"/>
              </a:xfrm>
              <a:prstGeom prst="rect">
                <a:avLst/>
              </a:prstGeom>
              <a:blipFill>
                <a:blip r:embed="rId13"/>
                <a:stretch>
                  <a:fillRect l="-30769" r="-30769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99EC6E79-75F9-E582-9351-EC4E7237EB6B}"/>
                  </a:ext>
                </a:extLst>
              </p:cNvPr>
              <p:cNvSpPr txBox="1"/>
              <p:nvPr/>
            </p:nvSpPr>
            <p:spPr>
              <a:xfrm>
                <a:off x="6302459" y="4850028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99EC6E79-75F9-E582-9351-EC4E7237E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459" y="4850028"/>
                <a:ext cx="155491" cy="246221"/>
              </a:xfrm>
              <a:prstGeom prst="rect">
                <a:avLst/>
              </a:prstGeom>
              <a:blipFill>
                <a:blip r:embed="rId31"/>
                <a:stretch>
                  <a:fillRect l="-30769" r="-3076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875D609-75FA-7B86-CE42-649126A5F9AD}"/>
                  </a:ext>
                </a:extLst>
              </p:cNvPr>
              <p:cNvSpPr txBox="1"/>
              <p:nvPr/>
            </p:nvSpPr>
            <p:spPr>
              <a:xfrm>
                <a:off x="6302459" y="4350787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875D609-75FA-7B86-CE42-649126A5F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459" y="4350787"/>
                <a:ext cx="155491" cy="246221"/>
              </a:xfrm>
              <a:prstGeom prst="rect">
                <a:avLst/>
              </a:prstGeom>
              <a:blipFill>
                <a:blip r:embed="rId15"/>
                <a:stretch>
                  <a:fillRect l="-30769" r="-3076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D184C4D-3E8E-35D3-E20E-E07817BA70F2}"/>
                  </a:ext>
                </a:extLst>
              </p:cNvPr>
              <p:cNvSpPr txBox="1"/>
              <p:nvPr/>
            </p:nvSpPr>
            <p:spPr>
              <a:xfrm>
                <a:off x="6302459" y="3862056"/>
                <a:ext cx="1554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D184C4D-3E8E-35D3-E20E-E07817BA7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459" y="3862056"/>
                <a:ext cx="155491" cy="246221"/>
              </a:xfrm>
              <a:prstGeom prst="rect">
                <a:avLst/>
              </a:prstGeom>
              <a:blipFill>
                <a:blip r:embed="rId16"/>
                <a:stretch>
                  <a:fillRect l="-30769" r="-3076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A782A873-E19E-13C3-3B89-99299ED6363B}"/>
                  </a:ext>
                </a:extLst>
              </p:cNvPr>
              <p:cNvSpPr txBox="1"/>
              <p:nvPr/>
            </p:nvSpPr>
            <p:spPr>
              <a:xfrm>
                <a:off x="6766426" y="3473060"/>
                <a:ext cx="1586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A782A873-E19E-13C3-3B89-99299ED63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426" y="3473060"/>
                <a:ext cx="158698" cy="369332"/>
              </a:xfrm>
              <a:prstGeom prst="rect">
                <a:avLst/>
              </a:prstGeom>
              <a:blipFill>
                <a:blip r:embed="rId26"/>
                <a:stretch>
                  <a:fillRect l="-35714" r="-3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Oval 197">
            <a:extLst>
              <a:ext uri="{FF2B5EF4-FFF2-40B4-BE49-F238E27FC236}">
                <a16:creationId xmlns:a16="http://schemas.microsoft.com/office/drawing/2014/main" id="{7E2A5491-BE03-7488-48C5-30B6304FB092}"/>
              </a:ext>
            </a:extLst>
          </p:cNvPr>
          <p:cNvSpPr/>
          <p:nvPr/>
        </p:nvSpPr>
        <p:spPr>
          <a:xfrm>
            <a:off x="7429288" y="4423038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CA73C1F6-4D29-6928-A8C5-0B964F1EF659}"/>
              </a:ext>
            </a:extLst>
          </p:cNvPr>
          <p:cNvSpPr/>
          <p:nvPr/>
        </p:nvSpPr>
        <p:spPr>
          <a:xfrm>
            <a:off x="7998783" y="3946313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BFD6ED55-A364-0BD8-2820-F33270485E7E}"/>
              </a:ext>
            </a:extLst>
          </p:cNvPr>
          <p:cNvSpPr/>
          <p:nvPr/>
        </p:nvSpPr>
        <p:spPr>
          <a:xfrm>
            <a:off x="8587050" y="5451167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57C7E627-36E6-76DB-9213-82824AC858A6}"/>
              </a:ext>
            </a:extLst>
          </p:cNvPr>
          <p:cNvSpPr/>
          <p:nvPr/>
        </p:nvSpPr>
        <p:spPr>
          <a:xfrm>
            <a:off x="8587635" y="4431664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64823841-EBAD-692E-0B10-8AEFACDE3D85}"/>
              </a:ext>
            </a:extLst>
          </p:cNvPr>
          <p:cNvCxnSpPr>
            <a:cxnSpLocks/>
            <a:stCxn id="198" idx="7"/>
            <a:endCxn id="199" idx="3"/>
          </p:cNvCxnSpPr>
          <p:nvPr/>
        </p:nvCxnSpPr>
        <p:spPr>
          <a:xfrm flipV="1">
            <a:off x="7520359" y="4037384"/>
            <a:ext cx="494049" cy="40127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D4300EBA-476D-0FA2-AD60-2C5807F0C20F}"/>
              </a:ext>
            </a:extLst>
          </p:cNvPr>
          <p:cNvCxnSpPr>
            <a:cxnSpLocks/>
            <a:stCxn id="199" idx="7"/>
          </p:cNvCxnSpPr>
          <p:nvPr/>
        </p:nvCxnSpPr>
        <p:spPr>
          <a:xfrm flipV="1">
            <a:off x="8089854" y="3784393"/>
            <a:ext cx="157075" cy="1775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4D3C263F-37D0-06D9-67BE-8E180F5469FF}"/>
                  </a:ext>
                </a:extLst>
              </p:cNvPr>
              <p:cNvSpPr txBox="1"/>
              <p:nvPr/>
            </p:nvSpPr>
            <p:spPr>
              <a:xfrm>
                <a:off x="7410827" y="6177560"/>
                <a:ext cx="1399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4D3C263F-37D0-06D9-67BE-8E180F54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827" y="6177560"/>
                <a:ext cx="139910" cy="215444"/>
              </a:xfrm>
              <a:prstGeom prst="rect">
                <a:avLst/>
              </a:prstGeom>
              <a:blipFill>
                <a:blip r:embed="rId1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49A2AAF-B41D-5723-8A3B-6BABDBBAA09E}"/>
                  </a:ext>
                </a:extLst>
              </p:cNvPr>
              <p:cNvSpPr txBox="1"/>
              <p:nvPr/>
            </p:nvSpPr>
            <p:spPr>
              <a:xfrm>
                <a:off x="7857654" y="6163816"/>
                <a:ext cx="35240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49A2AAF-B41D-5723-8A3B-6BABDBBAA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654" y="6163816"/>
                <a:ext cx="352404" cy="215444"/>
              </a:xfrm>
              <a:prstGeom prst="rect">
                <a:avLst/>
              </a:prstGeom>
              <a:blipFill>
                <a:blip r:embed="rId32"/>
                <a:stretch>
                  <a:fillRect l="-10345" t="-5556" r="-17241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254300A-9902-FD04-B747-C6DEE803AD35}"/>
                  </a:ext>
                </a:extLst>
              </p:cNvPr>
              <p:cNvSpPr txBox="1"/>
              <p:nvPr/>
            </p:nvSpPr>
            <p:spPr>
              <a:xfrm>
                <a:off x="8374742" y="6175762"/>
                <a:ext cx="44858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254300A-9902-FD04-B747-C6DEE803A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742" y="6175762"/>
                <a:ext cx="448584" cy="215444"/>
              </a:xfrm>
              <a:prstGeom prst="rect">
                <a:avLst/>
              </a:prstGeom>
              <a:blipFill>
                <a:blip r:embed="rId33"/>
                <a:stretch>
                  <a:fillRect l="-8333" t="-5556" r="-13889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Oval 206">
            <a:extLst>
              <a:ext uri="{FF2B5EF4-FFF2-40B4-BE49-F238E27FC236}">
                <a16:creationId xmlns:a16="http://schemas.microsoft.com/office/drawing/2014/main" id="{42E46B41-932E-5CFF-0D55-8334909C0ECF}"/>
              </a:ext>
            </a:extLst>
          </p:cNvPr>
          <p:cNvSpPr/>
          <p:nvPr/>
        </p:nvSpPr>
        <p:spPr>
          <a:xfrm>
            <a:off x="7983158" y="4946483"/>
            <a:ext cx="106696" cy="10669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EF31E909-F5D2-0BA1-9A7C-8187B9C41DDF}"/>
              </a:ext>
            </a:extLst>
          </p:cNvPr>
          <p:cNvCxnSpPr>
            <a:cxnSpLocks/>
            <a:stCxn id="198" idx="5"/>
            <a:endCxn id="207" idx="1"/>
          </p:cNvCxnSpPr>
          <p:nvPr/>
        </p:nvCxnSpPr>
        <p:spPr>
          <a:xfrm>
            <a:off x="7520359" y="4514109"/>
            <a:ext cx="478424" cy="44799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74B7B47E-6426-013C-E399-529D4B1068D6}"/>
              </a:ext>
            </a:extLst>
          </p:cNvPr>
          <p:cNvCxnSpPr>
            <a:cxnSpLocks/>
            <a:stCxn id="199" idx="5"/>
            <a:endCxn id="201" idx="1"/>
          </p:cNvCxnSpPr>
          <p:nvPr/>
        </p:nvCxnSpPr>
        <p:spPr>
          <a:xfrm>
            <a:off x="8089854" y="4037384"/>
            <a:ext cx="513406" cy="40990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FAD1C05-0052-58E8-9508-2D65AE01CF84}"/>
              </a:ext>
            </a:extLst>
          </p:cNvPr>
          <p:cNvCxnSpPr>
            <a:cxnSpLocks/>
          </p:cNvCxnSpPr>
          <p:nvPr/>
        </p:nvCxnSpPr>
        <p:spPr>
          <a:xfrm flipV="1">
            <a:off x="8605348" y="3745460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BA73C463-D857-F42B-D7D6-E09819AD7889}"/>
              </a:ext>
            </a:extLst>
          </p:cNvPr>
          <p:cNvCxnSpPr>
            <a:cxnSpLocks/>
            <a:stCxn id="207" idx="5"/>
            <a:endCxn id="200" idx="1"/>
          </p:cNvCxnSpPr>
          <p:nvPr/>
        </p:nvCxnSpPr>
        <p:spPr>
          <a:xfrm>
            <a:off x="8074229" y="5037554"/>
            <a:ext cx="528446" cy="42923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33529B2-098F-5BF8-9436-7A7ACC68CBED}"/>
              </a:ext>
            </a:extLst>
          </p:cNvPr>
          <p:cNvCxnSpPr>
            <a:cxnSpLocks/>
          </p:cNvCxnSpPr>
          <p:nvPr/>
        </p:nvCxnSpPr>
        <p:spPr>
          <a:xfrm flipV="1">
            <a:off x="7484864" y="3745460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E96CE10E-3758-BC07-2428-7F253A73B87D}"/>
              </a:ext>
            </a:extLst>
          </p:cNvPr>
          <p:cNvCxnSpPr>
            <a:cxnSpLocks/>
          </p:cNvCxnSpPr>
          <p:nvPr/>
        </p:nvCxnSpPr>
        <p:spPr>
          <a:xfrm flipV="1">
            <a:off x="8037162" y="3745460"/>
            <a:ext cx="0" cy="2372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CB4AB2CD-1151-B617-AA99-3F3B942CD24A}"/>
              </a:ext>
            </a:extLst>
          </p:cNvPr>
          <p:cNvCxnSpPr>
            <a:cxnSpLocks/>
          </p:cNvCxnSpPr>
          <p:nvPr/>
        </p:nvCxnSpPr>
        <p:spPr>
          <a:xfrm>
            <a:off x="3661135" y="2540511"/>
            <a:ext cx="2223961" cy="0"/>
          </a:xfrm>
          <a:prstGeom prst="line">
            <a:avLst/>
          </a:prstGeom>
          <a:ln>
            <a:solidFill>
              <a:srgbClr val="2A3DC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93BF6577-A99E-9C1D-B4DB-4B3D85AEAF1B}"/>
                  </a:ext>
                </a:extLst>
              </p:cNvPr>
              <p:cNvSpPr txBox="1"/>
              <p:nvPr/>
            </p:nvSpPr>
            <p:spPr>
              <a:xfrm>
                <a:off x="5670035" y="2299028"/>
                <a:ext cx="3948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2A3DC2"/>
                  </a:solidFill>
                </a:endParaRPr>
              </a:p>
            </p:txBody>
          </p:sp>
        </mc:Choice>
        <mc:Fallback xmlns="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93BF6577-A99E-9C1D-B4DB-4B3D85AEA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035" y="2299028"/>
                <a:ext cx="394852" cy="215444"/>
              </a:xfrm>
              <a:prstGeom prst="rect">
                <a:avLst/>
              </a:prstGeom>
              <a:blipFill>
                <a:blip r:embed="rId34"/>
                <a:stretch>
                  <a:fillRect l="-6250" r="-15625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EA0CC984-0B2A-DC91-B2A5-34F6C54419AC}"/>
              </a:ext>
            </a:extLst>
          </p:cNvPr>
          <p:cNvCxnSpPr>
            <a:cxnSpLocks/>
          </p:cNvCxnSpPr>
          <p:nvPr/>
        </p:nvCxnSpPr>
        <p:spPr>
          <a:xfrm>
            <a:off x="7258858" y="2543125"/>
            <a:ext cx="2223961" cy="0"/>
          </a:xfrm>
          <a:prstGeom prst="line">
            <a:avLst/>
          </a:prstGeom>
          <a:ln>
            <a:solidFill>
              <a:srgbClr val="2A3DC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BE005B66-8647-51D7-9FAB-9ED12ACF3E1C}"/>
                  </a:ext>
                </a:extLst>
              </p:cNvPr>
              <p:cNvSpPr txBox="1"/>
              <p:nvPr/>
            </p:nvSpPr>
            <p:spPr>
              <a:xfrm>
                <a:off x="9267758" y="2301642"/>
                <a:ext cx="3948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2A3DC2"/>
                  </a:solidFill>
                </a:endParaRPr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BE005B66-8647-51D7-9FAB-9ED12ACF3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7758" y="2301642"/>
                <a:ext cx="394852" cy="215444"/>
              </a:xfrm>
              <a:prstGeom prst="rect">
                <a:avLst/>
              </a:prstGeom>
              <a:blipFill>
                <a:blip r:embed="rId35"/>
                <a:stretch>
                  <a:fillRect l="-6250" t="-5556" r="-1562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A0CA4314-59CE-0CBA-4236-D2028569D56F}"/>
              </a:ext>
            </a:extLst>
          </p:cNvPr>
          <p:cNvCxnSpPr>
            <a:cxnSpLocks/>
          </p:cNvCxnSpPr>
          <p:nvPr/>
        </p:nvCxnSpPr>
        <p:spPr>
          <a:xfrm>
            <a:off x="7258858" y="5507336"/>
            <a:ext cx="2223961" cy="0"/>
          </a:xfrm>
          <a:prstGeom prst="line">
            <a:avLst/>
          </a:prstGeom>
          <a:ln>
            <a:solidFill>
              <a:srgbClr val="2A3DC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BF8B2E2B-D9F1-912E-4B95-50BAD13C37F1}"/>
                  </a:ext>
                </a:extLst>
              </p:cNvPr>
              <p:cNvSpPr txBox="1"/>
              <p:nvPr/>
            </p:nvSpPr>
            <p:spPr>
              <a:xfrm>
                <a:off x="9267758" y="5265853"/>
                <a:ext cx="3948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2A3DC2"/>
                  </a:solidFill>
                </a:endParaRPr>
              </a:p>
            </p:txBody>
          </p:sp>
        </mc:Choice>
        <mc:Fallback xmlns="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BF8B2E2B-D9F1-912E-4B95-50BAD13C3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7758" y="5265853"/>
                <a:ext cx="394852" cy="215444"/>
              </a:xfrm>
              <a:prstGeom prst="rect">
                <a:avLst/>
              </a:prstGeom>
              <a:blipFill>
                <a:blip r:embed="rId36"/>
                <a:stretch>
                  <a:fillRect l="-6250" r="-1562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22704F09-A8DD-D77B-47D8-61D9BF6E615B}"/>
              </a:ext>
            </a:extLst>
          </p:cNvPr>
          <p:cNvCxnSpPr>
            <a:cxnSpLocks/>
          </p:cNvCxnSpPr>
          <p:nvPr/>
        </p:nvCxnSpPr>
        <p:spPr>
          <a:xfrm>
            <a:off x="3661135" y="5511446"/>
            <a:ext cx="2223961" cy="0"/>
          </a:xfrm>
          <a:prstGeom prst="line">
            <a:avLst/>
          </a:prstGeom>
          <a:ln>
            <a:solidFill>
              <a:srgbClr val="2A3DC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8070A71A-D2A2-A01E-837F-17390F948FE1}"/>
                  </a:ext>
                </a:extLst>
              </p:cNvPr>
              <p:cNvSpPr txBox="1"/>
              <p:nvPr/>
            </p:nvSpPr>
            <p:spPr>
              <a:xfrm>
                <a:off x="5670035" y="5269963"/>
                <a:ext cx="3948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2A3DC2"/>
                  </a:solidFill>
                </a:endParaRPr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8070A71A-D2A2-A01E-837F-17390F948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035" y="5269963"/>
                <a:ext cx="394852" cy="215444"/>
              </a:xfrm>
              <a:prstGeom prst="rect">
                <a:avLst/>
              </a:prstGeom>
              <a:blipFill>
                <a:blip r:embed="rId37"/>
                <a:stretch>
                  <a:fillRect l="-6250" r="-1562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TextBox 246">
            <a:extLst>
              <a:ext uri="{FF2B5EF4-FFF2-40B4-BE49-F238E27FC236}">
                <a16:creationId xmlns:a16="http://schemas.microsoft.com/office/drawing/2014/main" id="{0CE691E6-D7F9-BBFA-0522-0E2CEE84369C}"/>
              </a:ext>
            </a:extLst>
          </p:cNvPr>
          <p:cNvSpPr txBox="1"/>
          <p:nvPr/>
        </p:nvSpPr>
        <p:spPr>
          <a:xfrm>
            <a:off x="2449847" y="499422"/>
            <a:ext cx="25006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Baskerville" panose="02020502070401020303" pitchFamily="18" charset="0"/>
                <a:ea typeface="Baskerville" panose="02020502070401020303" pitchFamily="18" charset="0"/>
              </a:rPr>
              <a:t>(1)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8F0611A4-A458-94F3-0C99-8215FEC6B21F}"/>
              </a:ext>
            </a:extLst>
          </p:cNvPr>
          <p:cNvSpPr txBox="1"/>
          <p:nvPr/>
        </p:nvSpPr>
        <p:spPr>
          <a:xfrm>
            <a:off x="6064185" y="499422"/>
            <a:ext cx="25006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Baskerville" panose="02020502070401020303" pitchFamily="18" charset="0"/>
                <a:ea typeface="Baskerville" panose="02020502070401020303" pitchFamily="18" charset="0"/>
              </a:rPr>
              <a:t>(2)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90134C62-D34D-EA1E-70B2-6E8F4B547879}"/>
              </a:ext>
            </a:extLst>
          </p:cNvPr>
          <p:cNvSpPr txBox="1"/>
          <p:nvPr/>
        </p:nvSpPr>
        <p:spPr>
          <a:xfrm>
            <a:off x="2449847" y="3522933"/>
            <a:ext cx="25006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Baskerville" panose="02020502070401020303" pitchFamily="18" charset="0"/>
                <a:ea typeface="Baskerville" panose="02020502070401020303" pitchFamily="18" charset="0"/>
              </a:rPr>
              <a:t>(3)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C6FBF27-7E2F-9DA9-49BC-A6E492C9DCB1}"/>
              </a:ext>
            </a:extLst>
          </p:cNvPr>
          <p:cNvSpPr txBox="1"/>
          <p:nvPr/>
        </p:nvSpPr>
        <p:spPr>
          <a:xfrm>
            <a:off x="6064185" y="3522933"/>
            <a:ext cx="25006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Baskerville" panose="02020502070401020303" pitchFamily="18" charset="0"/>
                <a:ea typeface="Baskerville" panose="02020502070401020303" pitchFamily="18" charset="0"/>
              </a:rPr>
              <a:t>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7B6C0DEE-C707-93E3-2D05-56AD7024BAE1}"/>
                  </a:ext>
                </a:extLst>
              </p:cNvPr>
              <p:cNvSpPr txBox="1"/>
              <p:nvPr/>
            </p:nvSpPr>
            <p:spPr>
              <a:xfrm>
                <a:off x="4220240" y="3395103"/>
                <a:ext cx="39074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7B6C0DEE-C707-93E3-2D05-56AD7024B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240" y="3395103"/>
                <a:ext cx="390748" cy="215444"/>
              </a:xfrm>
              <a:prstGeom prst="rect">
                <a:avLst/>
              </a:prstGeom>
              <a:blipFill>
                <a:blip r:embed="rId38"/>
                <a:stretch>
                  <a:fillRect l="-6452" t="-5556" r="-19355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3" name="TextBox 252">
            <a:extLst>
              <a:ext uri="{FF2B5EF4-FFF2-40B4-BE49-F238E27FC236}">
                <a16:creationId xmlns:a16="http://schemas.microsoft.com/office/drawing/2014/main" id="{F3853FA3-9B73-B779-B345-4ABB1C2A67D6}"/>
              </a:ext>
            </a:extLst>
          </p:cNvPr>
          <p:cNvSpPr txBox="1"/>
          <p:nvPr/>
        </p:nvSpPr>
        <p:spPr>
          <a:xfrm rot="16200000">
            <a:off x="1461401" y="4815183"/>
            <a:ext cx="1765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Weight</a:t>
            </a: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2141700E-667B-A1FB-20A5-161841AE26D4}"/>
              </a:ext>
            </a:extLst>
          </p:cNvPr>
          <p:cNvCxnSpPr>
            <a:cxnSpLocks/>
            <a:stCxn id="207" idx="7"/>
            <a:endCxn id="201" idx="3"/>
          </p:cNvCxnSpPr>
          <p:nvPr/>
        </p:nvCxnSpPr>
        <p:spPr>
          <a:xfrm flipV="1">
            <a:off x="8074229" y="4522735"/>
            <a:ext cx="529031" cy="43937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10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2">
            <a:extLst>
              <a:ext uri="{FF2B5EF4-FFF2-40B4-BE49-F238E27FC236}">
                <a16:creationId xmlns:a16="http://schemas.microsoft.com/office/drawing/2014/main" id="{5C22F9BE-119B-8E61-4377-D605AB2EC659}"/>
              </a:ext>
            </a:extLst>
          </p:cNvPr>
          <p:cNvSpPr/>
          <p:nvPr/>
        </p:nvSpPr>
        <p:spPr>
          <a:xfrm>
            <a:off x="4789348" y="2575351"/>
            <a:ext cx="184381" cy="689906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B26002DF-BFB0-5739-6BDC-D3B4B31238B8}"/>
              </a:ext>
            </a:extLst>
          </p:cNvPr>
          <p:cNvSpPr/>
          <p:nvPr/>
        </p:nvSpPr>
        <p:spPr>
          <a:xfrm rot="11198119">
            <a:off x="4931237" y="3311014"/>
            <a:ext cx="184381" cy="689906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5B7A1B4-8E32-75D0-BBDB-FC3CCC0B4597}"/>
              </a:ext>
            </a:extLst>
          </p:cNvPr>
          <p:cNvSpPr/>
          <p:nvPr/>
        </p:nvSpPr>
        <p:spPr>
          <a:xfrm>
            <a:off x="5086692" y="3334549"/>
            <a:ext cx="607775" cy="355904"/>
          </a:xfrm>
          <a:custGeom>
            <a:avLst/>
            <a:gdLst>
              <a:gd name="connsiteX0" fmla="*/ 0 w 607775"/>
              <a:gd name="connsiteY0" fmla="*/ 0 h 355904"/>
              <a:gd name="connsiteX1" fmla="*/ 240920 w 607775"/>
              <a:gd name="connsiteY1" fmla="*/ 191640 h 355904"/>
              <a:gd name="connsiteX2" fmla="*/ 607775 w 607775"/>
              <a:gd name="connsiteY2" fmla="*/ 355904 h 3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775" h="355904">
                <a:moveTo>
                  <a:pt x="0" y="0"/>
                </a:moveTo>
                <a:cubicBezTo>
                  <a:pt x="69812" y="66161"/>
                  <a:pt x="139624" y="132323"/>
                  <a:pt x="240920" y="191640"/>
                </a:cubicBezTo>
                <a:cubicBezTo>
                  <a:pt x="342216" y="250957"/>
                  <a:pt x="474995" y="303430"/>
                  <a:pt x="607775" y="355904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3C921E2E-7ED6-6163-54C5-27E304F71F36}"/>
              </a:ext>
            </a:extLst>
          </p:cNvPr>
          <p:cNvSpPr/>
          <p:nvPr/>
        </p:nvSpPr>
        <p:spPr>
          <a:xfrm>
            <a:off x="2841171" y="1972491"/>
            <a:ext cx="1332412" cy="1743892"/>
          </a:xfrm>
          <a:custGeom>
            <a:avLst/>
            <a:gdLst>
              <a:gd name="connsiteX0" fmla="*/ 0 w 1332412"/>
              <a:gd name="connsiteY0" fmla="*/ 1743892 h 1743892"/>
              <a:gd name="connsiteX1" fmla="*/ 326572 w 1332412"/>
              <a:gd name="connsiteY1" fmla="*/ 437606 h 1743892"/>
              <a:gd name="connsiteX2" fmla="*/ 1332412 w 1332412"/>
              <a:gd name="connsiteY2" fmla="*/ 0 h 1743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2412" h="1743892">
                <a:moveTo>
                  <a:pt x="0" y="1743892"/>
                </a:moveTo>
                <a:cubicBezTo>
                  <a:pt x="52251" y="1236073"/>
                  <a:pt x="104503" y="728255"/>
                  <a:pt x="326572" y="437606"/>
                </a:cubicBezTo>
                <a:cubicBezTo>
                  <a:pt x="548641" y="146957"/>
                  <a:pt x="940526" y="73478"/>
                  <a:pt x="1332412" y="0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5F67889F-8D6A-E7A8-CDC7-13EB55DA1B73}"/>
              </a:ext>
            </a:extLst>
          </p:cNvPr>
          <p:cNvSpPr/>
          <p:nvPr/>
        </p:nvSpPr>
        <p:spPr>
          <a:xfrm>
            <a:off x="4258491" y="1338943"/>
            <a:ext cx="1717766" cy="581297"/>
          </a:xfrm>
          <a:custGeom>
            <a:avLst/>
            <a:gdLst>
              <a:gd name="connsiteX0" fmla="*/ 0 w 1717766"/>
              <a:gd name="connsiteY0" fmla="*/ 581297 h 581297"/>
              <a:gd name="connsiteX1" fmla="*/ 698863 w 1717766"/>
              <a:gd name="connsiteY1" fmla="*/ 150223 h 581297"/>
              <a:gd name="connsiteX2" fmla="*/ 1717766 w 1717766"/>
              <a:gd name="connsiteY2" fmla="*/ 0 h 581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7766" h="581297">
                <a:moveTo>
                  <a:pt x="0" y="581297"/>
                </a:moveTo>
                <a:cubicBezTo>
                  <a:pt x="206284" y="414201"/>
                  <a:pt x="412569" y="247106"/>
                  <a:pt x="698863" y="150223"/>
                </a:cubicBezTo>
                <a:cubicBezTo>
                  <a:pt x="985157" y="53340"/>
                  <a:pt x="1534886" y="10886"/>
                  <a:pt x="1717766" y="0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129B78E8-0545-E23B-9283-1DC2FAB80781}"/>
              </a:ext>
            </a:extLst>
          </p:cNvPr>
          <p:cNvSpPr/>
          <p:nvPr/>
        </p:nvSpPr>
        <p:spPr>
          <a:xfrm rot="1284000">
            <a:off x="5861994" y="1358156"/>
            <a:ext cx="349212" cy="719525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089FFA18-B54E-145B-14BE-2FCAA09EA6F2}"/>
              </a:ext>
            </a:extLst>
          </p:cNvPr>
          <p:cNvSpPr/>
          <p:nvPr/>
        </p:nvSpPr>
        <p:spPr>
          <a:xfrm rot="17762640">
            <a:off x="6261888" y="1816467"/>
            <a:ext cx="349212" cy="719525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6D52559C-1406-7C8B-707D-D9A1E8E3954C}"/>
              </a:ext>
            </a:extLst>
          </p:cNvPr>
          <p:cNvSpPr/>
          <p:nvPr/>
        </p:nvSpPr>
        <p:spPr>
          <a:xfrm rot="7653981">
            <a:off x="3093961" y="3450583"/>
            <a:ext cx="349212" cy="719525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4EA1CC6B-9D6D-2209-B212-BEFE9DA41DA0}"/>
              </a:ext>
            </a:extLst>
          </p:cNvPr>
          <p:cNvSpPr/>
          <p:nvPr/>
        </p:nvSpPr>
        <p:spPr>
          <a:xfrm rot="14747099">
            <a:off x="3278620" y="4070499"/>
            <a:ext cx="566509" cy="489827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92CF242E-285A-6D05-A17C-182D22209B1B}"/>
              </a:ext>
            </a:extLst>
          </p:cNvPr>
          <p:cNvSpPr/>
          <p:nvPr/>
        </p:nvSpPr>
        <p:spPr>
          <a:xfrm rot="7504977">
            <a:off x="4840082" y="2902031"/>
            <a:ext cx="933259" cy="112561"/>
          </a:xfrm>
          <a:custGeom>
            <a:avLst/>
            <a:gdLst>
              <a:gd name="connsiteX0" fmla="*/ 0 w 607775"/>
              <a:gd name="connsiteY0" fmla="*/ 0 h 355904"/>
              <a:gd name="connsiteX1" fmla="*/ 240920 w 607775"/>
              <a:gd name="connsiteY1" fmla="*/ 191640 h 355904"/>
              <a:gd name="connsiteX2" fmla="*/ 607775 w 607775"/>
              <a:gd name="connsiteY2" fmla="*/ 355904 h 3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775" h="355904">
                <a:moveTo>
                  <a:pt x="0" y="0"/>
                </a:moveTo>
                <a:cubicBezTo>
                  <a:pt x="69812" y="66161"/>
                  <a:pt x="139624" y="132323"/>
                  <a:pt x="240920" y="191640"/>
                </a:cubicBezTo>
                <a:cubicBezTo>
                  <a:pt x="342216" y="250957"/>
                  <a:pt x="474995" y="303430"/>
                  <a:pt x="607775" y="355904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E0C96552-DD95-E525-674F-FA89C2B7A73C}"/>
              </a:ext>
            </a:extLst>
          </p:cNvPr>
          <p:cNvSpPr/>
          <p:nvPr/>
        </p:nvSpPr>
        <p:spPr>
          <a:xfrm rot="7246922">
            <a:off x="4385302" y="3266884"/>
            <a:ext cx="577309" cy="404699"/>
          </a:xfrm>
          <a:custGeom>
            <a:avLst/>
            <a:gdLst>
              <a:gd name="connsiteX0" fmla="*/ 0 w 607775"/>
              <a:gd name="connsiteY0" fmla="*/ 0 h 355904"/>
              <a:gd name="connsiteX1" fmla="*/ 240920 w 607775"/>
              <a:gd name="connsiteY1" fmla="*/ 191640 h 355904"/>
              <a:gd name="connsiteX2" fmla="*/ 607775 w 607775"/>
              <a:gd name="connsiteY2" fmla="*/ 355904 h 3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775" h="355904">
                <a:moveTo>
                  <a:pt x="0" y="0"/>
                </a:moveTo>
                <a:cubicBezTo>
                  <a:pt x="69812" y="66161"/>
                  <a:pt x="139624" y="132323"/>
                  <a:pt x="240920" y="191640"/>
                </a:cubicBezTo>
                <a:cubicBezTo>
                  <a:pt x="342216" y="250957"/>
                  <a:pt x="474995" y="303430"/>
                  <a:pt x="607775" y="355904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DF34C1B-7370-A021-BA38-6D2286E5A111}"/>
              </a:ext>
            </a:extLst>
          </p:cNvPr>
          <p:cNvSpPr/>
          <p:nvPr/>
        </p:nvSpPr>
        <p:spPr>
          <a:xfrm>
            <a:off x="4918324" y="3249806"/>
            <a:ext cx="179194" cy="179194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D1A1E8-75F8-9E00-5E80-731A50DAF0BA}"/>
                  </a:ext>
                </a:extLst>
              </p:cNvPr>
              <p:cNvSpPr txBox="1"/>
              <p:nvPr/>
            </p:nvSpPr>
            <p:spPr>
              <a:xfrm>
                <a:off x="4747773" y="3330062"/>
                <a:ext cx="2446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D1A1E8-75F8-9E00-5E80-731A50DAF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773" y="3330062"/>
                <a:ext cx="244682" cy="369332"/>
              </a:xfrm>
              <a:prstGeom prst="rect">
                <a:avLst/>
              </a:prstGeom>
              <a:blipFill>
                <a:blip r:embed="rId3"/>
                <a:stretch>
                  <a:fillRect l="-9524" r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2AEDC26F-E58C-E04F-DD42-29E5B138F066}"/>
              </a:ext>
            </a:extLst>
          </p:cNvPr>
          <p:cNvSpPr/>
          <p:nvPr/>
        </p:nvSpPr>
        <p:spPr>
          <a:xfrm>
            <a:off x="4739130" y="2477296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9839FD-867F-9779-A918-8D627513C62F}"/>
              </a:ext>
            </a:extLst>
          </p:cNvPr>
          <p:cNvSpPr/>
          <p:nvPr/>
        </p:nvSpPr>
        <p:spPr>
          <a:xfrm>
            <a:off x="4933831" y="3956627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9535FE-FB04-E716-4D91-5AF6E4BB82CA}"/>
              </a:ext>
            </a:extLst>
          </p:cNvPr>
          <p:cNvSpPr/>
          <p:nvPr/>
        </p:nvSpPr>
        <p:spPr>
          <a:xfrm>
            <a:off x="4203362" y="3524069"/>
            <a:ext cx="179194" cy="179194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D04C0F-42B9-C7CE-026C-2350392C9097}"/>
              </a:ext>
            </a:extLst>
          </p:cNvPr>
          <p:cNvSpPr/>
          <p:nvPr/>
        </p:nvSpPr>
        <p:spPr>
          <a:xfrm>
            <a:off x="5529381" y="2543017"/>
            <a:ext cx="179194" cy="179194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B88113-A335-8F1A-002A-7725527E45C2}"/>
              </a:ext>
            </a:extLst>
          </p:cNvPr>
          <p:cNvSpPr/>
          <p:nvPr/>
        </p:nvSpPr>
        <p:spPr>
          <a:xfrm>
            <a:off x="5633028" y="3613666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BE722C-FEE0-0FDC-3B78-1C40FE89E2DF}"/>
              </a:ext>
            </a:extLst>
          </p:cNvPr>
          <p:cNvSpPr/>
          <p:nvPr/>
        </p:nvSpPr>
        <p:spPr>
          <a:xfrm>
            <a:off x="5955824" y="2024495"/>
            <a:ext cx="179194" cy="179194"/>
          </a:xfrm>
          <a:prstGeom prst="ellipse">
            <a:avLst/>
          </a:prstGeom>
          <a:solidFill>
            <a:srgbClr val="2A3DC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B97F10-1915-9AF7-415E-D18F4DF3AB24}"/>
              </a:ext>
            </a:extLst>
          </p:cNvPr>
          <p:cNvSpPr/>
          <p:nvPr/>
        </p:nvSpPr>
        <p:spPr>
          <a:xfrm>
            <a:off x="3582985" y="3801688"/>
            <a:ext cx="179194" cy="179194"/>
          </a:xfrm>
          <a:prstGeom prst="ellipse">
            <a:avLst/>
          </a:prstGeom>
          <a:solidFill>
            <a:srgbClr val="2A3DC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85B8E6-B321-9BAE-D930-8DDF351B6988}"/>
              </a:ext>
            </a:extLst>
          </p:cNvPr>
          <p:cNvSpPr/>
          <p:nvPr/>
        </p:nvSpPr>
        <p:spPr>
          <a:xfrm>
            <a:off x="2773696" y="3655967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FFABC52-C195-2C5E-0FC0-6F62920E82B8}"/>
              </a:ext>
            </a:extLst>
          </p:cNvPr>
          <p:cNvSpPr/>
          <p:nvPr/>
        </p:nvSpPr>
        <p:spPr>
          <a:xfrm>
            <a:off x="3357020" y="4554601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B2E5D42-9E2D-EAF8-9E2E-A2A10E3E00C6}"/>
              </a:ext>
            </a:extLst>
          </p:cNvPr>
          <p:cNvSpPr/>
          <p:nvPr/>
        </p:nvSpPr>
        <p:spPr>
          <a:xfrm>
            <a:off x="5916806" y="1259608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12F880-5396-E5E7-E522-BBA80AC75A3D}"/>
              </a:ext>
            </a:extLst>
          </p:cNvPr>
          <p:cNvSpPr/>
          <p:nvPr/>
        </p:nvSpPr>
        <p:spPr>
          <a:xfrm>
            <a:off x="6678806" y="2114092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89A6009-3775-91FD-A831-688F58133051}"/>
              </a:ext>
            </a:extLst>
          </p:cNvPr>
          <p:cNvCxnSpPr>
            <a:cxnSpLocks/>
            <a:stCxn id="9" idx="7"/>
            <a:endCxn id="12" idx="3"/>
          </p:cNvCxnSpPr>
          <p:nvPr/>
        </p:nvCxnSpPr>
        <p:spPr>
          <a:xfrm flipV="1">
            <a:off x="5682333" y="2177447"/>
            <a:ext cx="299733" cy="391812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FA58C5-146B-5A57-F6C1-125E8ED8C288}"/>
              </a:ext>
            </a:extLst>
          </p:cNvPr>
          <p:cNvCxnSpPr>
            <a:cxnSpLocks/>
            <a:stCxn id="13" idx="6"/>
            <a:endCxn id="8" idx="2"/>
          </p:cNvCxnSpPr>
          <p:nvPr/>
        </p:nvCxnSpPr>
        <p:spPr>
          <a:xfrm flipV="1">
            <a:off x="3762179" y="3613666"/>
            <a:ext cx="441183" cy="27761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4E640D10-D619-1179-DE60-03AD74DC967C}"/>
              </a:ext>
            </a:extLst>
          </p:cNvPr>
          <p:cNvSpPr/>
          <p:nvPr/>
        </p:nvSpPr>
        <p:spPr>
          <a:xfrm>
            <a:off x="4113765" y="1863449"/>
            <a:ext cx="179194" cy="179194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03587EA-6405-25A4-8B13-AFC4448B46AE}"/>
                  </a:ext>
                </a:extLst>
              </p:cNvPr>
              <p:cNvSpPr txBox="1"/>
              <p:nvPr/>
            </p:nvSpPr>
            <p:spPr>
              <a:xfrm>
                <a:off x="4026611" y="1967019"/>
                <a:ext cx="2530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03587EA-6405-25A4-8B13-AFC4448B4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611" y="1967019"/>
                <a:ext cx="253082" cy="369332"/>
              </a:xfrm>
              <a:prstGeom prst="rect">
                <a:avLst/>
              </a:prstGeom>
              <a:blipFill>
                <a:blip r:embed="rId4"/>
                <a:stretch>
                  <a:fillRect l="-20000" r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1188A3C-DD72-EDC9-EA83-1AD6CDD5B3A2}"/>
                  </a:ext>
                </a:extLst>
              </p:cNvPr>
              <p:cNvSpPr txBox="1"/>
              <p:nvPr/>
            </p:nvSpPr>
            <p:spPr>
              <a:xfrm>
                <a:off x="5622718" y="2636598"/>
                <a:ext cx="2442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1188A3C-DD72-EDC9-EA83-1AD6CDD5B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718" y="2636598"/>
                <a:ext cx="244234" cy="369332"/>
              </a:xfrm>
              <a:prstGeom prst="rect">
                <a:avLst/>
              </a:prstGeom>
              <a:blipFill>
                <a:blip r:embed="rId5"/>
                <a:stretch>
                  <a:fillRect l="-25000" r="-3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00DB093-87B3-8A3F-3F59-2D1BEED58263}"/>
                  </a:ext>
                </a:extLst>
              </p:cNvPr>
              <p:cNvSpPr txBox="1"/>
              <p:nvPr/>
            </p:nvSpPr>
            <p:spPr>
              <a:xfrm>
                <a:off x="4215419" y="3633111"/>
                <a:ext cx="2442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00DB093-87B3-8A3F-3F59-2D1BEED58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419" y="3633111"/>
                <a:ext cx="244234" cy="369332"/>
              </a:xfrm>
              <a:prstGeom prst="rect">
                <a:avLst/>
              </a:prstGeom>
              <a:blipFill>
                <a:blip r:embed="rId6"/>
                <a:stretch>
                  <a:fillRect l="-30000" r="-25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CA09E7E-5FA3-D2B4-2A5B-99BCFBB57C64}"/>
                  </a:ext>
                </a:extLst>
              </p:cNvPr>
              <p:cNvSpPr txBox="1"/>
              <p:nvPr/>
            </p:nvSpPr>
            <p:spPr>
              <a:xfrm>
                <a:off x="3582720" y="3392584"/>
                <a:ext cx="1764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>
                  <a:solidFill>
                    <a:srgbClr val="2A3DC2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CA09E7E-5FA3-D2B4-2A5B-99BCFBB57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720" y="3392584"/>
                <a:ext cx="176459" cy="369332"/>
              </a:xfrm>
              <a:prstGeom prst="rect">
                <a:avLst/>
              </a:prstGeom>
              <a:blipFill>
                <a:blip r:embed="rId7"/>
                <a:stretch>
                  <a:fillRect l="-40000" r="-2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F253FAD-29A1-13E5-B78A-20B7CE6082B5}"/>
                  </a:ext>
                </a:extLst>
              </p:cNvPr>
              <p:cNvSpPr txBox="1"/>
              <p:nvPr/>
            </p:nvSpPr>
            <p:spPr>
              <a:xfrm>
                <a:off x="5740854" y="1911566"/>
                <a:ext cx="1764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>
                  <a:solidFill>
                    <a:srgbClr val="2A3DC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F253FAD-29A1-13E5-B78A-20B7CE608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854" y="1911566"/>
                <a:ext cx="176459" cy="369332"/>
              </a:xfrm>
              <a:prstGeom prst="rect">
                <a:avLst/>
              </a:prstGeom>
              <a:blipFill>
                <a:blip r:embed="rId8"/>
                <a:stretch>
                  <a:fillRect l="-40000" r="-2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37FA81A-A23F-B6F2-76AE-2764512AD512}"/>
                  </a:ext>
                </a:extLst>
              </p:cNvPr>
              <p:cNvSpPr txBox="1"/>
              <p:nvPr/>
            </p:nvSpPr>
            <p:spPr>
              <a:xfrm>
                <a:off x="4933831" y="4066311"/>
                <a:ext cx="2391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37FA81A-A23F-B6F2-76AE-2764512AD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831" y="4066311"/>
                <a:ext cx="239168" cy="369332"/>
              </a:xfrm>
              <a:prstGeom prst="rect">
                <a:avLst/>
              </a:prstGeom>
              <a:blipFill>
                <a:blip r:embed="rId9"/>
                <a:stretch>
                  <a:fillRect l="-15000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A0976D7-0F90-7678-952D-A11FCCC9D2FD}"/>
                  </a:ext>
                </a:extLst>
              </p:cNvPr>
              <p:cNvSpPr txBox="1"/>
              <p:nvPr/>
            </p:nvSpPr>
            <p:spPr>
              <a:xfrm>
                <a:off x="5633028" y="3705341"/>
                <a:ext cx="2391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A0976D7-0F90-7678-952D-A11FCCC9D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028" y="3705341"/>
                <a:ext cx="239168" cy="369332"/>
              </a:xfrm>
              <a:prstGeom prst="rect">
                <a:avLst/>
              </a:prstGeom>
              <a:blipFill>
                <a:blip r:embed="rId10"/>
                <a:stretch>
                  <a:fillRect l="-15000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AA37F1-21DE-42D7-3358-26A7CF7664B6}"/>
                  </a:ext>
                </a:extLst>
              </p:cNvPr>
              <p:cNvSpPr txBox="1"/>
              <p:nvPr/>
            </p:nvSpPr>
            <p:spPr>
              <a:xfrm>
                <a:off x="3102746" y="4489533"/>
                <a:ext cx="2391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AA37F1-21DE-42D7-3358-26A7CF766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746" y="4489533"/>
                <a:ext cx="239168" cy="369332"/>
              </a:xfrm>
              <a:prstGeom prst="rect">
                <a:avLst/>
              </a:prstGeom>
              <a:blipFill>
                <a:blip r:embed="rId11"/>
                <a:stretch>
                  <a:fillRect l="-15000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4F30B9-4B27-4248-E5BF-3C8A5E890609}"/>
                  </a:ext>
                </a:extLst>
              </p:cNvPr>
              <p:cNvSpPr txBox="1"/>
              <p:nvPr/>
            </p:nvSpPr>
            <p:spPr>
              <a:xfrm>
                <a:off x="2563117" y="3642505"/>
                <a:ext cx="2391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4F30B9-4B27-4248-E5BF-3C8A5E890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117" y="3642505"/>
                <a:ext cx="239168" cy="369332"/>
              </a:xfrm>
              <a:prstGeom prst="rect">
                <a:avLst/>
              </a:prstGeom>
              <a:blipFill>
                <a:blip r:embed="rId12"/>
                <a:stretch>
                  <a:fillRect l="-15000" r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8A13391-9704-C21B-E2C0-8F1F7C7E08FA}"/>
                  </a:ext>
                </a:extLst>
              </p:cNvPr>
              <p:cNvSpPr txBox="1"/>
              <p:nvPr/>
            </p:nvSpPr>
            <p:spPr>
              <a:xfrm>
                <a:off x="4495646" y="2352822"/>
                <a:ext cx="2391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8A13391-9704-C21B-E2C0-8F1F7C7E0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646" y="2352822"/>
                <a:ext cx="239168" cy="369332"/>
              </a:xfrm>
              <a:prstGeom prst="rect">
                <a:avLst/>
              </a:prstGeom>
              <a:blipFill>
                <a:blip r:embed="rId13"/>
                <a:stretch>
                  <a:fillRect l="-15000" r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F3534AE-0179-9A4B-0B92-339BC2191EA1}"/>
                  </a:ext>
                </a:extLst>
              </p:cNvPr>
              <p:cNvSpPr txBox="1"/>
              <p:nvPr/>
            </p:nvSpPr>
            <p:spPr>
              <a:xfrm>
                <a:off x="6085848" y="1224814"/>
                <a:ext cx="2391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F3534AE-0179-9A4B-0B92-339BC2191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848" y="1224814"/>
                <a:ext cx="239168" cy="369332"/>
              </a:xfrm>
              <a:prstGeom prst="rect">
                <a:avLst/>
              </a:prstGeom>
              <a:blipFill>
                <a:blip r:embed="rId11"/>
                <a:stretch>
                  <a:fillRect l="-15000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FC77AB7-A617-4599-9E5A-2C271A963DFE}"/>
                  </a:ext>
                </a:extLst>
              </p:cNvPr>
              <p:cNvSpPr txBox="1"/>
              <p:nvPr/>
            </p:nvSpPr>
            <p:spPr>
              <a:xfrm>
                <a:off x="6847514" y="1865669"/>
                <a:ext cx="2391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FC77AB7-A617-4599-9E5A-2C271A963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514" y="1865669"/>
                <a:ext cx="239168" cy="369332"/>
              </a:xfrm>
              <a:prstGeom prst="rect">
                <a:avLst/>
              </a:prstGeom>
              <a:blipFill>
                <a:blip r:embed="rId14"/>
                <a:stretch>
                  <a:fillRect l="-15000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60CDD0B-3451-B6F5-1451-70BF39642FC7}"/>
                  </a:ext>
                </a:extLst>
              </p:cNvPr>
              <p:cNvSpPr txBox="1"/>
              <p:nvPr/>
            </p:nvSpPr>
            <p:spPr>
              <a:xfrm>
                <a:off x="2968622" y="2163637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60CDD0B-3451-B6F5-1451-70BF39642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622" y="2163637"/>
                <a:ext cx="181140" cy="276999"/>
              </a:xfrm>
              <a:prstGeom prst="rect">
                <a:avLst/>
              </a:prstGeom>
              <a:blipFill>
                <a:blip r:embed="rId15"/>
                <a:stretch>
                  <a:fillRect l="-25000" r="-25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5712469-3492-824D-A6AF-1DADEBEC191B}"/>
                  </a:ext>
                </a:extLst>
              </p:cNvPr>
              <p:cNvSpPr txBox="1"/>
              <p:nvPr/>
            </p:nvSpPr>
            <p:spPr>
              <a:xfrm>
                <a:off x="3125398" y="3720146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5712469-3492-824D-A6AF-1DADEBEC1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398" y="3720146"/>
                <a:ext cx="181140" cy="276999"/>
              </a:xfrm>
              <a:prstGeom prst="rect">
                <a:avLst/>
              </a:prstGeom>
              <a:blipFill>
                <a:blip r:embed="rId16"/>
                <a:stretch>
                  <a:fillRect l="-33333" r="-26667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47A8FBF-C4C3-6CDB-1027-A0BFB91E41CC}"/>
                  </a:ext>
                </a:extLst>
              </p:cNvPr>
              <p:cNvSpPr txBox="1"/>
              <p:nvPr/>
            </p:nvSpPr>
            <p:spPr>
              <a:xfrm>
                <a:off x="3932868" y="3785456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47A8FBF-C4C3-6CDB-1027-A0BFB91E4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868" y="3785456"/>
                <a:ext cx="181140" cy="276999"/>
              </a:xfrm>
              <a:prstGeom prst="rect">
                <a:avLst/>
              </a:prstGeom>
              <a:blipFill>
                <a:blip r:embed="rId17"/>
                <a:stretch>
                  <a:fillRect l="-26667" r="-2666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234F2B8-06FB-CB02-602A-02F466A7D301}"/>
                  </a:ext>
                </a:extLst>
              </p:cNvPr>
              <p:cNvSpPr txBox="1"/>
              <p:nvPr/>
            </p:nvSpPr>
            <p:spPr>
              <a:xfrm>
                <a:off x="4542225" y="3484917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234F2B8-06FB-CB02-602A-02F466A7D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225" y="3484917"/>
                <a:ext cx="181140" cy="276999"/>
              </a:xfrm>
              <a:prstGeom prst="rect">
                <a:avLst/>
              </a:prstGeom>
              <a:blipFill>
                <a:blip r:embed="rId18"/>
                <a:stretch>
                  <a:fillRect l="-26667" r="-2666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3678EB2-4201-5432-7125-A5112955681B}"/>
                  </a:ext>
                </a:extLst>
              </p:cNvPr>
              <p:cNvSpPr txBox="1"/>
              <p:nvPr/>
            </p:nvSpPr>
            <p:spPr>
              <a:xfrm>
                <a:off x="5300009" y="2893240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3678EB2-4201-5432-7125-A51129556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09" y="2893240"/>
                <a:ext cx="181140" cy="276999"/>
              </a:xfrm>
              <a:prstGeom prst="rect">
                <a:avLst/>
              </a:prstGeom>
              <a:blipFill>
                <a:blip r:embed="rId19"/>
                <a:stretch>
                  <a:fillRect l="-33333" r="-3333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51807FC-D0B7-25C9-DB61-2266D0D405CE}"/>
                  </a:ext>
                </a:extLst>
              </p:cNvPr>
              <p:cNvSpPr txBox="1"/>
              <p:nvPr/>
            </p:nvSpPr>
            <p:spPr>
              <a:xfrm>
                <a:off x="5862291" y="2367674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51807FC-D0B7-25C9-DB61-2266D0D40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291" y="2367674"/>
                <a:ext cx="181140" cy="276999"/>
              </a:xfrm>
              <a:prstGeom prst="rect">
                <a:avLst/>
              </a:prstGeom>
              <a:blipFill>
                <a:blip r:embed="rId20"/>
                <a:stretch>
                  <a:fillRect l="-26667" r="-33333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5F891FA-5FDC-D2D9-806A-211FF7ECAA65}"/>
                  </a:ext>
                </a:extLst>
              </p:cNvPr>
              <p:cNvSpPr txBox="1"/>
              <p:nvPr/>
            </p:nvSpPr>
            <p:spPr>
              <a:xfrm>
                <a:off x="5953878" y="1604417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5F891FA-5FDC-D2D9-806A-211FF7ECA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878" y="1604417"/>
                <a:ext cx="181140" cy="276999"/>
              </a:xfrm>
              <a:prstGeom prst="rect">
                <a:avLst/>
              </a:prstGeom>
              <a:blipFill>
                <a:blip r:embed="rId21"/>
                <a:stretch>
                  <a:fillRect l="-26667" r="-33333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3EB7489-07A3-E158-6C23-72C78EAE0926}"/>
                  </a:ext>
                </a:extLst>
              </p:cNvPr>
              <p:cNvSpPr txBox="1"/>
              <p:nvPr/>
            </p:nvSpPr>
            <p:spPr>
              <a:xfrm>
                <a:off x="4888009" y="1187433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3EB7489-07A3-E158-6C23-72C78EAE0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009" y="1187433"/>
                <a:ext cx="181140" cy="276999"/>
              </a:xfrm>
              <a:prstGeom prst="rect">
                <a:avLst/>
              </a:prstGeom>
              <a:blipFill>
                <a:blip r:embed="rId22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257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50724036-69F4-5E1E-2C41-1DBBB44B8AD3}"/>
              </a:ext>
            </a:extLst>
          </p:cNvPr>
          <p:cNvSpPr/>
          <p:nvPr/>
        </p:nvSpPr>
        <p:spPr>
          <a:xfrm>
            <a:off x="4789348" y="2575351"/>
            <a:ext cx="184381" cy="689906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1C1DC2B-8074-F135-7F71-114DF8EFE55E}"/>
              </a:ext>
            </a:extLst>
          </p:cNvPr>
          <p:cNvSpPr/>
          <p:nvPr/>
        </p:nvSpPr>
        <p:spPr>
          <a:xfrm rot="11198119">
            <a:off x="4931237" y="3311014"/>
            <a:ext cx="184381" cy="689906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1A54FCC-A96B-4B7D-70BB-974886B963F7}"/>
              </a:ext>
            </a:extLst>
          </p:cNvPr>
          <p:cNvSpPr/>
          <p:nvPr/>
        </p:nvSpPr>
        <p:spPr>
          <a:xfrm>
            <a:off x="5086692" y="3334549"/>
            <a:ext cx="607775" cy="355904"/>
          </a:xfrm>
          <a:custGeom>
            <a:avLst/>
            <a:gdLst>
              <a:gd name="connsiteX0" fmla="*/ 0 w 607775"/>
              <a:gd name="connsiteY0" fmla="*/ 0 h 355904"/>
              <a:gd name="connsiteX1" fmla="*/ 240920 w 607775"/>
              <a:gd name="connsiteY1" fmla="*/ 191640 h 355904"/>
              <a:gd name="connsiteX2" fmla="*/ 607775 w 607775"/>
              <a:gd name="connsiteY2" fmla="*/ 355904 h 3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775" h="355904">
                <a:moveTo>
                  <a:pt x="0" y="0"/>
                </a:moveTo>
                <a:cubicBezTo>
                  <a:pt x="69812" y="66161"/>
                  <a:pt x="139624" y="132323"/>
                  <a:pt x="240920" y="191640"/>
                </a:cubicBezTo>
                <a:cubicBezTo>
                  <a:pt x="342216" y="250957"/>
                  <a:pt x="474995" y="303430"/>
                  <a:pt x="607775" y="355904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E436AF-5D60-2F87-F0A9-F35C2795482D}"/>
              </a:ext>
            </a:extLst>
          </p:cNvPr>
          <p:cNvSpPr/>
          <p:nvPr/>
        </p:nvSpPr>
        <p:spPr>
          <a:xfrm rot="7653981">
            <a:off x="3390451" y="2534637"/>
            <a:ext cx="349212" cy="719525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BBF9B59-3539-E0EB-4942-20ABF6D1447D}"/>
              </a:ext>
            </a:extLst>
          </p:cNvPr>
          <p:cNvSpPr/>
          <p:nvPr/>
        </p:nvSpPr>
        <p:spPr>
          <a:xfrm rot="14747099">
            <a:off x="3567542" y="3179080"/>
            <a:ext cx="566509" cy="489827"/>
          </a:xfrm>
          <a:custGeom>
            <a:avLst/>
            <a:gdLst>
              <a:gd name="connsiteX0" fmla="*/ 20118 w 184381"/>
              <a:gd name="connsiteY0" fmla="*/ 0 h 689906"/>
              <a:gd name="connsiteX1" fmla="*/ 14642 w 184381"/>
              <a:gd name="connsiteY1" fmla="*/ 394232 h 689906"/>
              <a:gd name="connsiteX2" fmla="*/ 184381 w 184381"/>
              <a:gd name="connsiteY2" fmla="*/ 689906 h 68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81" h="689906">
                <a:moveTo>
                  <a:pt x="20118" y="0"/>
                </a:moveTo>
                <a:cubicBezTo>
                  <a:pt x="3691" y="139624"/>
                  <a:pt x="-12735" y="279248"/>
                  <a:pt x="14642" y="394232"/>
                </a:cubicBezTo>
                <a:cubicBezTo>
                  <a:pt x="42019" y="509216"/>
                  <a:pt x="113200" y="599561"/>
                  <a:pt x="184381" y="68990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BC7D8A5-3A49-B9B5-98DD-32F1A1EA5347}"/>
              </a:ext>
            </a:extLst>
          </p:cNvPr>
          <p:cNvSpPr/>
          <p:nvPr/>
        </p:nvSpPr>
        <p:spPr>
          <a:xfrm rot="7504977">
            <a:off x="4840082" y="2902031"/>
            <a:ext cx="933259" cy="112561"/>
          </a:xfrm>
          <a:custGeom>
            <a:avLst/>
            <a:gdLst>
              <a:gd name="connsiteX0" fmla="*/ 0 w 607775"/>
              <a:gd name="connsiteY0" fmla="*/ 0 h 355904"/>
              <a:gd name="connsiteX1" fmla="*/ 240920 w 607775"/>
              <a:gd name="connsiteY1" fmla="*/ 191640 h 355904"/>
              <a:gd name="connsiteX2" fmla="*/ 607775 w 607775"/>
              <a:gd name="connsiteY2" fmla="*/ 355904 h 3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775" h="355904">
                <a:moveTo>
                  <a:pt x="0" y="0"/>
                </a:moveTo>
                <a:cubicBezTo>
                  <a:pt x="69812" y="66161"/>
                  <a:pt x="139624" y="132323"/>
                  <a:pt x="240920" y="191640"/>
                </a:cubicBezTo>
                <a:cubicBezTo>
                  <a:pt x="342216" y="250957"/>
                  <a:pt x="474995" y="303430"/>
                  <a:pt x="607775" y="355904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BCAD85A-97F3-675B-42B9-09119F19807C}"/>
              </a:ext>
            </a:extLst>
          </p:cNvPr>
          <p:cNvSpPr/>
          <p:nvPr/>
        </p:nvSpPr>
        <p:spPr>
          <a:xfrm rot="7246922">
            <a:off x="4385302" y="3266884"/>
            <a:ext cx="577309" cy="404699"/>
          </a:xfrm>
          <a:custGeom>
            <a:avLst/>
            <a:gdLst>
              <a:gd name="connsiteX0" fmla="*/ 0 w 607775"/>
              <a:gd name="connsiteY0" fmla="*/ 0 h 355904"/>
              <a:gd name="connsiteX1" fmla="*/ 240920 w 607775"/>
              <a:gd name="connsiteY1" fmla="*/ 191640 h 355904"/>
              <a:gd name="connsiteX2" fmla="*/ 607775 w 607775"/>
              <a:gd name="connsiteY2" fmla="*/ 355904 h 3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775" h="355904">
                <a:moveTo>
                  <a:pt x="0" y="0"/>
                </a:moveTo>
                <a:cubicBezTo>
                  <a:pt x="69812" y="66161"/>
                  <a:pt x="139624" y="132323"/>
                  <a:pt x="240920" y="191640"/>
                </a:cubicBezTo>
                <a:cubicBezTo>
                  <a:pt x="342216" y="250957"/>
                  <a:pt x="474995" y="303430"/>
                  <a:pt x="607775" y="355904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E975AB-7D7F-06FA-4097-BDB652288A00}"/>
              </a:ext>
            </a:extLst>
          </p:cNvPr>
          <p:cNvSpPr/>
          <p:nvPr/>
        </p:nvSpPr>
        <p:spPr>
          <a:xfrm>
            <a:off x="4918324" y="3249806"/>
            <a:ext cx="179194" cy="179194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6EE4FD-A6A5-E441-CEAD-99B8F5859126}"/>
              </a:ext>
            </a:extLst>
          </p:cNvPr>
          <p:cNvSpPr/>
          <p:nvPr/>
        </p:nvSpPr>
        <p:spPr>
          <a:xfrm>
            <a:off x="4739130" y="2477296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A5FBD7-D55D-FBCB-530D-6291E53A3043}"/>
              </a:ext>
            </a:extLst>
          </p:cNvPr>
          <p:cNvSpPr/>
          <p:nvPr/>
        </p:nvSpPr>
        <p:spPr>
          <a:xfrm>
            <a:off x="4933831" y="3956627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963201F-5113-9DEB-92C9-0CBF29DA8514}"/>
              </a:ext>
            </a:extLst>
          </p:cNvPr>
          <p:cNvSpPr/>
          <p:nvPr/>
        </p:nvSpPr>
        <p:spPr>
          <a:xfrm>
            <a:off x="4203362" y="3524069"/>
            <a:ext cx="179194" cy="179194"/>
          </a:xfrm>
          <a:prstGeom prst="ellipse">
            <a:avLst/>
          </a:prstGeom>
          <a:solidFill>
            <a:srgbClr val="2A3DC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2DDED41-003A-55D3-B438-9E1AAD2778F5}"/>
              </a:ext>
            </a:extLst>
          </p:cNvPr>
          <p:cNvSpPr/>
          <p:nvPr/>
        </p:nvSpPr>
        <p:spPr>
          <a:xfrm>
            <a:off x="5529381" y="2543017"/>
            <a:ext cx="179194" cy="179194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ADCDE23-8DD6-C7DC-181F-CB190979BF59}"/>
              </a:ext>
            </a:extLst>
          </p:cNvPr>
          <p:cNvSpPr/>
          <p:nvPr/>
        </p:nvSpPr>
        <p:spPr>
          <a:xfrm>
            <a:off x="5633028" y="3613666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F0EE2C6-603A-1F02-93B4-35DA3C43B6E5}"/>
              </a:ext>
            </a:extLst>
          </p:cNvPr>
          <p:cNvSpPr/>
          <p:nvPr/>
        </p:nvSpPr>
        <p:spPr>
          <a:xfrm>
            <a:off x="3865117" y="2972988"/>
            <a:ext cx="179194" cy="179194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4F804-4730-80ED-2A46-30076A2F9C9E}"/>
              </a:ext>
            </a:extLst>
          </p:cNvPr>
          <p:cNvSpPr/>
          <p:nvPr/>
        </p:nvSpPr>
        <p:spPr>
          <a:xfrm>
            <a:off x="3041666" y="2741256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AE4D779-787C-7402-B2B9-0DC62B6CDEED}"/>
              </a:ext>
            </a:extLst>
          </p:cNvPr>
          <p:cNvSpPr/>
          <p:nvPr/>
        </p:nvSpPr>
        <p:spPr>
          <a:xfrm>
            <a:off x="3597904" y="3633111"/>
            <a:ext cx="179194" cy="1791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A9A7A63-000B-52EA-183A-64C38E4E5A61}"/>
              </a:ext>
            </a:extLst>
          </p:cNvPr>
          <p:cNvCxnSpPr>
            <a:cxnSpLocks/>
            <a:stCxn id="23" idx="5"/>
            <a:endCxn id="19" idx="1"/>
          </p:cNvCxnSpPr>
          <p:nvPr/>
        </p:nvCxnSpPr>
        <p:spPr>
          <a:xfrm>
            <a:off x="4018069" y="3125940"/>
            <a:ext cx="211535" cy="4243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15BE797-B4E7-1C5E-C575-8BD810CC1E6D}"/>
                  </a:ext>
                </a:extLst>
              </p:cNvPr>
              <p:cNvSpPr txBox="1"/>
              <p:nvPr/>
            </p:nvSpPr>
            <p:spPr>
              <a:xfrm>
                <a:off x="5467318" y="2722211"/>
                <a:ext cx="2442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15BE797-B4E7-1C5E-C575-8BD810CC1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318" y="2722211"/>
                <a:ext cx="244234" cy="369332"/>
              </a:xfrm>
              <a:prstGeom prst="rect">
                <a:avLst/>
              </a:prstGeom>
              <a:blipFill>
                <a:blip r:embed="rId2"/>
                <a:stretch>
                  <a:fillRect l="-30000" r="-3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F8D888-AFDC-5D2C-FA46-A2A59D415BCB}"/>
                  </a:ext>
                </a:extLst>
              </p:cNvPr>
              <p:cNvSpPr txBox="1"/>
              <p:nvPr/>
            </p:nvSpPr>
            <p:spPr>
              <a:xfrm>
                <a:off x="4204411" y="3696847"/>
                <a:ext cx="1764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2A3DC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>
                  <a:solidFill>
                    <a:srgbClr val="2A3DC2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F8D888-AFDC-5D2C-FA46-A2A59D41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411" y="3696847"/>
                <a:ext cx="176459" cy="369332"/>
              </a:xfrm>
              <a:prstGeom prst="rect">
                <a:avLst/>
              </a:prstGeom>
              <a:blipFill>
                <a:blip r:embed="rId3"/>
                <a:stretch>
                  <a:fillRect l="-40000" r="-26667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FB999E-F78A-B458-680D-56EBDEEE1EE7}"/>
                  </a:ext>
                </a:extLst>
              </p:cNvPr>
              <p:cNvSpPr txBox="1"/>
              <p:nvPr/>
            </p:nvSpPr>
            <p:spPr>
              <a:xfrm>
                <a:off x="4005441" y="2616267"/>
                <a:ext cx="2442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9F1E3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>
                  <a:solidFill>
                    <a:srgbClr val="9F1E3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FB999E-F78A-B458-680D-56EBDEEE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441" y="2616267"/>
                <a:ext cx="244234" cy="369332"/>
              </a:xfrm>
              <a:prstGeom prst="rect">
                <a:avLst/>
              </a:prstGeom>
              <a:blipFill>
                <a:blip r:embed="rId4"/>
                <a:stretch>
                  <a:fillRect l="-25000" r="-25000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B464BE3-79E9-DE4E-E3B2-85E8FDA11270}"/>
                  </a:ext>
                </a:extLst>
              </p:cNvPr>
              <p:cNvSpPr txBox="1"/>
              <p:nvPr/>
            </p:nvSpPr>
            <p:spPr>
              <a:xfrm>
                <a:off x="4763616" y="3385569"/>
                <a:ext cx="2752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B464BE3-79E9-DE4E-E3B2-85E8FDA11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616" y="3385569"/>
                <a:ext cx="275204" cy="369332"/>
              </a:xfrm>
              <a:prstGeom prst="rect">
                <a:avLst/>
              </a:prstGeom>
              <a:blipFill>
                <a:blip r:embed="rId5"/>
                <a:stretch>
                  <a:fillRect l="-21739" r="-2173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7EB6DDF-81A8-48D0-BC1F-33DA77E48239}"/>
                  </a:ext>
                </a:extLst>
              </p:cNvPr>
              <p:cNvSpPr txBox="1"/>
              <p:nvPr/>
            </p:nvSpPr>
            <p:spPr>
              <a:xfrm>
                <a:off x="5819747" y="3611550"/>
                <a:ext cx="2591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7EB6DDF-81A8-48D0-BC1F-33DA77E48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747" y="3611550"/>
                <a:ext cx="259174" cy="369332"/>
              </a:xfrm>
              <a:prstGeom prst="rect">
                <a:avLst/>
              </a:prstGeom>
              <a:blipFill>
                <a:blip r:embed="rId6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87682D0-2ABA-B444-C5FF-3D5FBC14DFEC}"/>
                  </a:ext>
                </a:extLst>
              </p:cNvPr>
              <p:cNvSpPr txBox="1"/>
              <p:nvPr/>
            </p:nvSpPr>
            <p:spPr>
              <a:xfrm>
                <a:off x="5113025" y="3961386"/>
                <a:ext cx="2591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87682D0-2ABA-B444-C5FF-3D5FBC14D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025" y="3961386"/>
                <a:ext cx="259174" cy="369332"/>
              </a:xfrm>
              <a:prstGeom prst="rect">
                <a:avLst/>
              </a:prstGeom>
              <a:blipFill>
                <a:blip r:embed="rId7"/>
                <a:stretch>
                  <a:fillRect l="-28571" r="-2381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AF0CB73-4764-DADB-A77E-074E9EE91F9B}"/>
                  </a:ext>
                </a:extLst>
              </p:cNvPr>
              <p:cNvSpPr txBox="1"/>
              <p:nvPr/>
            </p:nvSpPr>
            <p:spPr>
              <a:xfrm>
                <a:off x="4938407" y="2306756"/>
                <a:ext cx="2591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AF0CB73-4764-DADB-A77E-074E9EE91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407" y="2306756"/>
                <a:ext cx="259174" cy="369332"/>
              </a:xfrm>
              <a:prstGeom prst="rect">
                <a:avLst/>
              </a:prstGeom>
              <a:blipFill>
                <a:blip r:embed="rId8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DE8EA1-4DC3-C573-8EFF-A4890A047F6C}"/>
                  </a:ext>
                </a:extLst>
              </p:cNvPr>
              <p:cNvSpPr txBox="1"/>
              <p:nvPr/>
            </p:nvSpPr>
            <p:spPr>
              <a:xfrm>
                <a:off x="2768339" y="2632614"/>
                <a:ext cx="2591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DE8EA1-4DC3-C573-8EFF-A4890A047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339" y="2632614"/>
                <a:ext cx="259174" cy="369332"/>
              </a:xfrm>
              <a:prstGeom prst="rect">
                <a:avLst/>
              </a:prstGeom>
              <a:blipFill>
                <a:blip r:embed="rId6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B2BB931-9067-4812-BB8C-AB1F9AD96F96}"/>
                  </a:ext>
                </a:extLst>
              </p:cNvPr>
              <p:cNvSpPr txBox="1"/>
              <p:nvPr/>
            </p:nvSpPr>
            <p:spPr>
              <a:xfrm>
                <a:off x="3305883" y="3538042"/>
                <a:ext cx="2591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B2BB931-9067-4812-BB8C-AB1F9AD96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883" y="3538042"/>
                <a:ext cx="259174" cy="369332"/>
              </a:xfrm>
              <a:prstGeom prst="rect">
                <a:avLst/>
              </a:prstGeom>
              <a:blipFill>
                <a:blip r:embed="rId6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2F46EE6-8108-905B-6664-0C104AA7BB20}"/>
                  </a:ext>
                </a:extLst>
              </p:cNvPr>
              <p:cNvSpPr txBox="1"/>
              <p:nvPr/>
            </p:nvSpPr>
            <p:spPr>
              <a:xfrm>
                <a:off x="3549899" y="2924540"/>
                <a:ext cx="2752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2F46EE6-8108-905B-6664-0C104AA7B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899" y="2924540"/>
                <a:ext cx="275204" cy="369332"/>
              </a:xfrm>
              <a:prstGeom prst="rect">
                <a:avLst/>
              </a:prstGeom>
              <a:blipFill>
                <a:blip r:embed="rId9"/>
                <a:stretch>
                  <a:fillRect l="-22727" r="-2727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0DD4E3E-2301-BE26-5E4F-9E56E6891C10}"/>
                  </a:ext>
                </a:extLst>
              </p:cNvPr>
              <p:cNvSpPr txBox="1"/>
              <p:nvPr/>
            </p:nvSpPr>
            <p:spPr>
              <a:xfrm>
                <a:off x="5770638" y="2358351"/>
                <a:ext cx="2591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0DD4E3E-2301-BE26-5E4F-9E56E6891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638" y="2358351"/>
                <a:ext cx="259174" cy="369332"/>
              </a:xfrm>
              <a:prstGeom prst="rect">
                <a:avLst/>
              </a:prstGeom>
              <a:blipFill>
                <a:blip r:embed="rId10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437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15194</TotalTime>
  <Words>248</Words>
  <Application>Microsoft Macintosh PowerPoint</Application>
  <PresentationFormat>Widescreen</PresentationFormat>
  <Paragraphs>151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Baskerville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Lu</dc:creator>
  <cp:lastModifiedBy>Jonathan Lu</cp:lastModifiedBy>
  <cp:revision>35</cp:revision>
  <dcterms:created xsi:type="dcterms:W3CDTF">2022-11-25T16:37:39Z</dcterms:created>
  <dcterms:modified xsi:type="dcterms:W3CDTF">2025-02-17T20:21:33Z</dcterms:modified>
</cp:coreProperties>
</file>